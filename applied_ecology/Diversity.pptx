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1D929A-CDAB-406C-A160-99638489FB51}" v="41" dt="2025-04-01T12:05:01.6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111" autoAdjust="0"/>
  </p:normalViewPr>
  <p:slideViewPr>
    <p:cSldViewPr snapToGrid="0">
      <p:cViewPr varScale="1">
        <p:scale>
          <a:sx n="58" d="100"/>
          <a:sy n="58" d="100"/>
        </p:scale>
        <p:origin x="161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nga Kaszap" userId="7c01e60f-dfae-49fb-8193-b9d644281dc3" providerId="ADAL" clId="{711D929A-CDAB-406C-A160-99638489FB51}"/>
    <pc:docChg chg="undo redo custSel addSld modSld addMainMaster delMainMaster">
      <pc:chgData name="Kinga Kaszap" userId="7c01e60f-dfae-49fb-8193-b9d644281dc3" providerId="ADAL" clId="{711D929A-CDAB-406C-A160-99638489FB51}" dt="2025-04-01T15:21:17.095" v="2573" actId="1076"/>
      <pc:docMkLst>
        <pc:docMk/>
      </pc:docMkLst>
      <pc:sldChg chg="addSp modSp new mod setBg modClrScheme addAnim modAnim chgLayout">
        <pc:chgData name="Kinga Kaszap" userId="7c01e60f-dfae-49fb-8193-b9d644281dc3" providerId="ADAL" clId="{711D929A-CDAB-406C-A160-99638489FB51}" dt="2025-04-01T10:43:02.848" v="1065" actId="20577"/>
        <pc:sldMkLst>
          <pc:docMk/>
          <pc:sldMk cId="3411019463" sldId="256"/>
        </pc:sldMkLst>
        <pc:spChg chg="mod">
          <ac:chgData name="Kinga Kaszap" userId="7c01e60f-dfae-49fb-8193-b9d644281dc3" providerId="ADAL" clId="{711D929A-CDAB-406C-A160-99638489FB51}" dt="2025-04-01T07:11:39.631" v="286" actId="26606"/>
          <ac:spMkLst>
            <pc:docMk/>
            <pc:sldMk cId="3411019463" sldId="256"/>
            <ac:spMk id="2" creationId="{826B637A-1520-40CA-6977-58CD5CE44D20}"/>
          </ac:spMkLst>
        </pc:spChg>
        <pc:spChg chg="mod">
          <ac:chgData name="Kinga Kaszap" userId="7c01e60f-dfae-49fb-8193-b9d644281dc3" providerId="ADAL" clId="{711D929A-CDAB-406C-A160-99638489FB51}" dt="2025-04-01T10:43:02.848" v="1065" actId="20577"/>
          <ac:spMkLst>
            <pc:docMk/>
            <pc:sldMk cId="3411019463" sldId="256"/>
            <ac:spMk id="3" creationId="{288ABF4B-0E43-3652-37D5-79A445522DDA}"/>
          </ac:spMkLst>
        </pc:spChg>
        <pc:spChg chg="add">
          <ac:chgData name="Kinga Kaszap" userId="7c01e60f-dfae-49fb-8193-b9d644281dc3" providerId="ADAL" clId="{711D929A-CDAB-406C-A160-99638489FB51}" dt="2025-04-01T07:11:39.631" v="286" actId="26606"/>
          <ac:spMkLst>
            <pc:docMk/>
            <pc:sldMk cId="3411019463" sldId="256"/>
            <ac:spMk id="9" creationId="{CFD1D2CD-954D-4C4D-B505-05EAD159B230}"/>
          </ac:spMkLst>
        </pc:spChg>
        <pc:picChg chg="add">
          <ac:chgData name="Kinga Kaszap" userId="7c01e60f-dfae-49fb-8193-b9d644281dc3" providerId="ADAL" clId="{711D929A-CDAB-406C-A160-99638489FB51}" dt="2025-04-01T07:11:39.631" v="286" actId="26606"/>
          <ac:picMkLst>
            <pc:docMk/>
            <pc:sldMk cId="3411019463" sldId="256"/>
            <ac:picMk id="4" creationId="{5B102F81-D6AF-7083-C639-FCB47A387014}"/>
          </ac:picMkLst>
        </pc:picChg>
        <pc:cxnChg chg="add">
          <ac:chgData name="Kinga Kaszap" userId="7c01e60f-dfae-49fb-8193-b9d644281dc3" providerId="ADAL" clId="{711D929A-CDAB-406C-A160-99638489FB51}" dt="2025-04-01T07:11:39.631" v="286" actId="26606"/>
          <ac:cxnSpMkLst>
            <pc:docMk/>
            <pc:sldMk cId="3411019463" sldId="256"/>
            <ac:cxnSpMk id="11" creationId="{A2D508B3-A66C-833E-D929-8DC211635676}"/>
          </ac:cxnSpMkLst>
        </pc:cxnChg>
      </pc:sldChg>
      <pc:sldChg chg="addSp delSp modSp new mod setBg modAnim modNotesTx">
        <pc:chgData name="Kinga Kaszap" userId="7c01e60f-dfae-49fb-8193-b9d644281dc3" providerId="ADAL" clId="{711D929A-CDAB-406C-A160-99638489FB51}" dt="2025-04-01T15:19:07.062" v="2571" actId="1076"/>
        <pc:sldMkLst>
          <pc:docMk/>
          <pc:sldMk cId="2838802885" sldId="257"/>
        </pc:sldMkLst>
        <pc:spChg chg="mod">
          <ac:chgData name="Kinga Kaszap" userId="7c01e60f-dfae-49fb-8193-b9d644281dc3" providerId="ADAL" clId="{711D929A-CDAB-406C-A160-99638489FB51}" dt="2025-04-01T12:01:57.636" v="2275" actId="1076"/>
          <ac:spMkLst>
            <pc:docMk/>
            <pc:sldMk cId="2838802885" sldId="257"/>
            <ac:spMk id="2" creationId="{5620BE13-214F-C961-6580-822C5E88346E}"/>
          </ac:spMkLst>
        </pc:spChg>
        <pc:spChg chg="del mod">
          <ac:chgData name="Kinga Kaszap" userId="7c01e60f-dfae-49fb-8193-b9d644281dc3" providerId="ADAL" clId="{711D929A-CDAB-406C-A160-99638489FB51}" dt="2025-04-01T07:13:27.932" v="315"/>
          <ac:spMkLst>
            <pc:docMk/>
            <pc:sldMk cId="2838802885" sldId="257"/>
            <ac:spMk id="3" creationId="{2052C832-5B62-39DC-2F8D-B126FF8CCA5C}"/>
          </ac:spMkLst>
        </pc:spChg>
        <pc:spChg chg="add mod">
          <ac:chgData name="Kinga Kaszap" userId="7c01e60f-dfae-49fb-8193-b9d644281dc3" providerId="ADAL" clId="{711D929A-CDAB-406C-A160-99638489FB51}" dt="2025-04-01T12:01:34.559" v="2271" actId="1076"/>
          <ac:spMkLst>
            <pc:docMk/>
            <pc:sldMk cId="2838802885" sldId="257"/>
            <ac:spMk id="6" creationId="{D68899EB-17B4-4D29-2A2E-1D6435E86901}"/>
          </ac:spMkLst>
        </pc:spChg>
        <pc:spChg chg="add mod">
          <ac:chgData name="Kinga Kaszap" userId="7c01e60f-dfae-49fb-8193-b9d644281dc3" providerId="ADAL" clId="{711D929A-CDAB-406C-A160-99638489FB51}" dt="2025-04-01T12:01:27.640" v="2269" actId="1076"/>
          <ac:spMkLst>
            <pc:docMk/>
            <pc:sldMk cId="2838802885" sldId="257"/>
            <ac:spMk id="7" creationId="{7D0659F2-68D7-8099-FFFF-5F0B114B1BFE}"/>
          </ac:spMkLst>
        </pc:spChg>
        <pc:spChg chg="add del">
          <ac:chgData name="Kinga Kaszap" userId="7c01e60f-dfae-49fb-8193-b9d644281dc3" providerId="ADAL" clId="{711D929A-CDAB-406C-A160-99638489FB51}" dt="2025-04-01T07:13:09.004" v="313" actId="26606"/>
          <ac:spMkLst>
            <pc:docMk/>
            <pc:sldMk cId="2838802885" sldId="257"/>
            <ac:spMk id="8" creationId="{DBDA151C-5770-45E4-AAFF-59E7F403866D}"/>
          </ac:spMkLst>
        </pc:spChg>
        <pc:spChg chg="add mod">
          <ac:chgData name="Kinga Kaszap" userId="7c01e60f-dfae-49fb-8193-b9d644281dc3" providerId="ADAL" clId="{711D929A-CDAB-406C-A160-99638489FB51}" dt="2025-04-01T12:01:31.385" v="2270" actId="1076"/>
          <ac:spMkLst>
            <pc:docMk/>
            <pc:sldMk cId="2838802885" sldId="257"/>
            <ac:spMk id="9" creationId="{A310C20C-211A-FEA5-C076-408CAAEAB23B}"/>
          </ac:spMkLst>
        </pc:spChg>
        <pc:spChg chg="add del">
          <ac:chgData name="Kinga Kaszap" userId="7c01e60f-dfae-49fb-8193-b9d644281dc3" providerId="ADAL" clId="{711D929A-CDAB-406C-A160-99638489FB51}" dt="2025-04-01T07:13:50.499" v="321" actId="26606"/>
          <ac:spMkLst>
            <pc:docMk/>
            <pc:sldMk cId="2838802885" sldId="257"/>
            <ac:spMk id="12" creationId="{1653AE3C-AC4F-907C-B473-B9A30D21506F}"/>
          </ac:spMkLst>
        </pc:spChg>
        <pc:spChg chg="add del">
          <ac:chgData name="Kinga Kaszap" userId="7c01e60f-dfae-49fb-8193-b9d644281dc3" providerId="ADAL" clId="{711D929A-CDAB-406C-A160-99638489FB51}" dt="2025-04-01T07:12:58.175" v="312" actId="26606"/>
          <ac:spMkLst>
            <pc:docMk/>
            <pc:sldMk cId="2838802885" sldId="257"/>
            <ac:spMk id="15" creationId="{DBDA151C-5770-45E4-AAFF-59E7F403866D}"/>
          </ac:spMkLst>
        </pc:spChg>
        <pc:spChg chg="add del">
          <ac:chgData name="Kinga Kaszap" userId="7c01e60f-dfae-49fb-8193-b9d644281dc3" providerId="ADAL" clId="{711D929A-CDAB-406C-A160-99638489FB51}" dt="2025-04-01T07:13:50.499" v="321" actId="26606"/>
          <ac:spMkLst>
            <pc:docMk/>
            <pc:sldMk cId="2838802885" sldId="257"/>
            <ac:spMk id="16" creationId="{B65A72FF-D361-3EB5-45A2-D829FCF00384}"/>
          </ac:spMkLst>
        </pc:spChg>
        <pc:spChg chg="add del">
          <ac:chgData name="Kinga Kaszap" userId="7c01e60f-dfae-49fb-8193-b9d644281dc3" providerId="ADAL" clId="{711D929A-CDAB-406C-A160-99638489FB51}" dt="2025-04-01T07:13:50.499" v="321" actId="26606"/>
          <ac:spMkLst>
            <pc:docMk/>
            <pc:sldMk cId="2838802885" sldId="257"/>
            <ac:spMk id="19" creationId="{744CAA32-F237-419C-A2DD-43C28D920D3C}"/>
          </ac:spMkLst>
        </pc:spChg>
        <pc:picChg chg="add mod">
          <ac:chgData name="Kinga Kaszap" userId="7c01e60f-dfae-49fb-8193-b9d644281dc3" providerId="ADAL" clId="{711D929A-CDAB-406C-A160-99638489FB51}" dt="2025-04-01T15:19:07.062" v="2571" actId="1076"/>
          <ac:picMkLst>
            <pc:docMk/>
            <pc:sldMk cId="2838802885" sldId="257"/>
            <ac:picMk id="5" creationId="{AF6ECFD1-02D0-91DF-96DC-E85B68894610}"/>
          </ac:picMkLst>
        </pc:picChg>
        <pc:cxnChg chg="add del">
          <ac:chgData name="Kinga Kaszap" userId="7c01e60f-dfae-49fb-8193-b9d644281dc3" providerId="ADAL" clId="{711D929A-CDAB-406C-A160-99638489FB51}" dt="2025-04-01T07:13:09.004" v="313" actId="26606"/>
          <ac:cxnSpMkLst>
            <pc:docMk/>
            <pc:sldMk cId="2838802885" sldId="257"/>
            <ac:cxnSpMk id="10" creationId="{E62D3963-2153-4637-96E6-E31BD2CE5D0D}"/>
          </ac:cxnSpMkLst>
        </pc:cxnChg>
        <pc:cxnChg chg="add del">
          <ac:chgData name="Kinga Kaszap" userId="7c01e60f-dfae-49fb-8193-b9d644281dc3" providerId="ADAL" clId="{711D929A-CDAB-406C-A160-99638489FB51}" dt="2025-04-01T07:12:58.175" v="312" actId="26606"/>
          <ac:cxnSpMkLst>
            <pc:docMk/>
            <pc:sldMk cId="2838802885" sldId="257"/>
            <ac:cxnSpMk id="17" creationId="{E62D3963-2153-4637-96E6-E31BD2CE5D0D}"/>
          </ac:cxnSpMkLst>
        </pc:cxnChg>
        <pc:cxnChg chg="add del">
          <ac:chgData name="Kinga Kaszap" userId="7c01e60f-dfae-49fb-8193-b9d644281dc3" providerId="ADAL" clId="{711D929A-CDAB-406C-A160-99638489FB51}" dt="2025-04-01T07:13:50.499" v="321" actId="26606"/>
          <ac:cxnSpMkLst>
            <pc:docMk/>
            <pc:sldMk cId="2838802885" sldId="257"/>
            <ac:cxnSpMk id="21" creationId="{02C7985C-B0C3-CC50-E86A-B5EBA40E01DF}"/>
          </ac:cxnSpMkLst>
        </pc:cxnChg>
      </pc:sldChg>
      <pc:sldChg chg="addSp delSp modSp new mod setBg modAnim modNotesTx">
        <pc:chgData name="Kinga Kaszap" userId="7c01e60f-dfae-49fb-8193-b9d644281dc3" providerId="ADAL" clId="{711D929A-CDAB-406C-A160-99638489FB51}" dt="2025-04-01T15:21:17.095" v="2573" actId="1076"/>
        <pc:sldMkLst>
          <pc:docMk/>
          <pc:sldMk cId="1653115115" sldId="258"/>
        </pc:sldMkLst>
        <pc:spChg chg="mod">
          <ac:chgData name="Kinga Kaszap" userId="7c01e60f-dfae-49fb-8193-b9d644281dc3" providerId="ADAL" clId="{711D929A-CDAB-406C-A160-99638489FB51}" dt="2025-04-01T12:04:45.405" v="2307"/>
          <ac:spMkLst>
            <pc:docMk/>
            <pc:sldMk cId="1653115115" sldId="258"/>
            <ac:spMk id="2" creationId="{A49F2963-39CD-2424-27B1-6D20F8479676}"/>
          </ac:spMkLst>
        </pc:spChg>
        <pc:spChg chg="del mod">
          <ac:chgData name="Kinga Kaszap" userId="7c01e60f-dfae-49fb-8193-b9d644281dc3" providerId="ADAL" clId="{711D929A-CDAB-406C-A160-99638489FB51}" dt="2025-04-01T07:25:24.117" v="921"/>
          <ac:spMkLst>
            <pc:docMk/>
            <pc:sldMk cId="1653115115" sldId="258"/>
            <ac:spMk id="3" creationId="{2CF879F6-78BC-A333-7179-0BC6AE849CA1}"/>
          </ac:spMkLst>
        </pc:spChg>
        <pc:spChg chg="add del mod">
          <ac:chgData name="Kinga Kaszap" userId="7c01e60f-dfae-49fb-8193-b9d644281dc3" providerId="ADAL" clId="{711D929A-CDAB-406C-A160-99638489FB51}" dt="2025-04-01T07:27:27.401" v="930"/>
          <ac:spMkLst>
            <pc:docMk/>
            <pc:sldMk cId="1653115115" sldId="258"/>
            <ac:spMk id="6" creationId="{0C41FEF7-F75F-046D-C044-02A6541C8B8F}"/>
          </ac:spMkLst>
        </pc:spChg>
        <pc:spChg chg="add del mod">
          <ac:chgData name="Kinga Kaszap" userId="7c01e60f-dfae-49fb-8193-b9d644281dc3" providerId="ADAL" clId="{711D929A-CDAB-406C-A160-99638489FB51}" dt="2025-04-01T10:55:07.547" v="1421" actId="478"/>
          <ac:spMkLst>
            <pc:docMk/>
            <pc:sldMk cId="1653115115" sldId="258"/>
            <ac:spMk id="7" creationId="{7833E990-09DF-360A-264F-AD28588E8AA5}"/>
          </ac:spMkLst>
        </pc:spChg>
        <pc:spChg chg="add">
          <ac:chgData name="Kinga Kaszap" userId="7c01e60f-dfae-49fb-8193-b9d644281dc3" providerId="ADAL" clId="{711D929A-CDAB-406C-A160-99638489FB51}" dt="2025-04-01T07:25:04.673" v="917" actId="26606"/>
          <ac:spMkLst>
            <pc:docMk/>
            <pc:sldMk cId="1653115115" sldId="258"/>
            <ac:spMk id="8" creationId="{1653AE3C-AC4F-907C-B473-B9A30D21506F}"/>
          </ac:spMkLst>
        </pc:spChg>
        <pc:spChg chg="add mod">
          <ac:chgData name="Kinga Kaszap" userId="7c01e60f-dfae-49fb-8193-b9d644281dc3" providerId="ADAL" clId="{711D929A-CDAB-406C-A160-99638489FB51}" dt="2025-04-01T12:04:20.043" v="2306" actId="14100"/>
          <ac:spMkLst>
            <pc:docMk/>
            <pc:sldMk cId="1653115115" sldId="258"/>
            <ac:spMk id="11" creationId="{A4416487-D624-1718-51FB-8A905887241B}"/>
          </ac:spMkLst>
        </pc:spChg>
        <pc:spChg chg="add del">
          <ac:chgData name="Kinga Kaszap" userId="7c01e60f-dfae-49fb-8193-b9d644281dc3" providerId="ADAL" clId="{711D929A-CDAB-406C-A160-99638489FB51}" dt="2025-04-01T10:54:10.912" v="1405" actId="478"/>
          <ac:spMkLst>
            <pc:docMk/>
            <pc:sldMk cId="1653115115" sldId="258"/>
            <ac:spMk id="13" creationId="{9B97BB23-6A5C-3C8A-2FA9-5B836623EDB4}"/>
          </ac:spMkLst>
        </pc:spChg>
        <pc:spChg chg="add del mod">
          <ac:chgData name="Kinga Kaszap" userId="7c01e60f-dfae-49fb-8193-b9d644281dc3" providerId="ADAL" clId="{711D929A-CDAB-406C-A160-99638489FB51}" dt="2025-04-01T10:55:37.638" v="1431" actId="478"/>
          <ac:spMkLst>
            <pc:docMk/>
            <pc:sldMk cId="1653115115" sldId="258"/>
            <ac:spMk id="14" creationId="{AA3C251F-39DF-9480-3AEC-F7AB5D04DE24}"/>
          </ac:spMkLst>
        </pc:spChg>
        <pc:spChg chg="add del mod">
          <ac:chgData name="Kinga Kaszap" userId="7c01e60f-dfae-49fb-8193-b9d644281dc3" providerId="ADAL" clId="{711D929A-CDAB-406C-A160-99638489FB51}" dt="2025-04-01T11:04:37.680" v="1676"/>
          <ac:spMkLst>
            <pc:docMk/>
            <pc:sldMk cId="1653115115" sldId="258"/>
            <ac:spMk id="15" creationId="{906A43BB-F8EF-C277-1B65-77987EE85D7E}"/>
          </ac:spMkLst>
        </pc:spChg>
        <pc:spChg chg="add mod">
          <ac:chgData name="Kinga Kaszap" userId="7c01e60f-dfae-49fb-8193-b9d644281dc3" providerId="ADAL" clId="{711D929A-CDAB-406C-A160-99638489FB51}" dt="2025-04-01T12:04:07.598" v="2305" actId="1076"/>
          <ac:spMkLst>
            <pc:docMk/>
            <pc:sldMk cId="1653115115" sldId="258"/>
            <ac:spMk id="16" creationId="{E72EB17C-003E-CD20-47F7-86B0CD50B0A0}"/>
          </ac:spMkLst>
        </pc:spChg>
        <pc:spChg chg="add mod">
          <ac:chgData name="Kinga Kaszap" userId="7c01e60f-dfae-49fb-8193-b9d644281dc3" providerId="ADAL" clId="{711D929A-CDAB-406C-A160-99638489FB51}" dt="2025-04-01T12:03:32.634" v="2297" actId="1076"/>
          <ac:spMkLst>
            <pc:docMk/>
            <pc:sldMk cId="1653115115" sldId="258"/>
            <ac:spMk id="17" creationId="{0D9EAD6F-F4D5-E422-DB83-57C3AFAC8777}"/>
          </ac:spMkLst>
        </pc:spChg>
        <pc:spChg chg="add mod">
          <ac:chgData name="Kinga Kaszap" userId="7c01e60f-dfae-49fb-8193-b9d644281dc3" providerId="ADAL" clId="{711D929A-CDAB-406C-A160-99638489FB51}" dt="2025-04-01T12:03:31.331" v="2296" actId="1076"/>
          <ac:spMkLst>
            <pc:docMk/>
            <pc:sldMk cId="1653115115" sldId="258"/>
            <ac:spMk id="18" creationId="{745BCEBB-75AB-527E-2B3F-809A2B192F08}"/>
          </ac:spMkLst>
        </pc:spChg>
        <pc:spChg chg="add mod">
          <ac:chgData name="Kinga Kaszap" userId="7c01e60f-dfae-49fb-8193-b9d644281dc3" providerId="ADAL" clId="{711D929A-CDAB-406C-A160-99638489FB51}" dt="2025-04-01T12:03:50.115" v="2303" actId="1076"/>
          <ac:spMkLst>
            <pc:docMk/>
            <pc:sldMk cId="1653115115" sldId="258"/>
            <ac:spMk id="19" creationId="{476F8AB3-B953-AB76-1E88-5D63EBE33686}"/>
          </ac:spMkLst>
        </pc:spChg>
        <pc:picChg chg="add mod">
          <ac:chgData name="Kinga Kaszap" userId="7c01e60f-dfae-49fb-8193-b9d644281dc3" providerId="ADAL" clId="{711D929A-CDAB-406C-A160-99638489FB51}" dt="2025-04-01T11:15:33.189" v="1745" actId="1076"/>
          <ac:picMkLst>
            <pc:docMk/>
            <pc:sldMk cId="1653115115" sldId="258"/>
            <ac:picMk id="5" creationId="{3A188194-6CFE-CE8C-8066-2554BEFBCC0C}"/>
          </ac:picMkLst>
        </pc:picChg>
        <pc:picChg chg="add mod">
          <ac:chgData name="Kinga Kaszap" userId="7c01e60f-dfae-49fb-8193-b9d644281dc3" providerId="ADAL" clId="{711D929A-CDAB-406C-A160-99638489FB51}" dt="2025-04-01T15:21:17.095" v="2573" actId="1076"/>
          <ac:picMkLst>
            <pc:docMk/>
            <pc:sldMk cId="1653115115" sldId="258"/>
            <ac:picMk id="10" creationId="{8AF3330B-9A01-4F1D-D9AE-48CC2866B4FD}"/>
          </ac:picMkLst>
        </pc:picChg>
      </pc:sldChg>
      <pc:sldChg chg="addSp delSp modSp new mod setBg modNotesTx">
        <pc:chgData name="Kinga Kaszap" userId="7c01e60f-dfae-49fb-8193-b9d644281dc3" providerId="ADAL" clId="{711D929A-CDAB-406C-A160-99638489FB51}" dt="2025-04-01T11:22:00.339" v="2140"/>
        <pc:sldMkLst>
          <pc:docMk/>
          <pc:sldMk cId="1430100178" sldId="259"/>
        </pc:sldMkLst>
        <pc:spChg chg="mod">
          <ac:chgData name="Kinga Kaszap" userId="7c01e60f-dfae-49fb-8193-b9d644281dc3" providerId="ADAL" clId="{711D929A-CDAB-406C-A160-99638489FB51}" dt="2025-04-01T11:06:58.380" v="1683" actId="27636"/>
          <ac:spMkLst>
            <pc:docMk/>
            <pc:sldMk cId="1430100178" sldId="259"/>
            <ac:spMk id="2" creationId="{6CF7A5E2-C167-94AA-A2BD-139A29F9E22E}"/>
          </ac:spMkLst>
        </pc:spChg>
        <pc:spChg chg="del mod">
          <ac:chgData name="Kinga Kaszap" userId="7c01e60f-dfae-49fb-8193-b9d644281dc3" providerId="ADAL" clId="{711D929A-CDAB-406C-A160-99638489FB51}" dt="2025-04-01T11:10:05.328" v="1696"/>
          <ac:spMkLst>
            <pc:docMk/>
            <pc:sldMk cId="1430100178" sldId="259"/>
            <ac:spMk id="3" creationId="{A5E1D1EA-F8C5-4BFD-7A54-26F732B35C8D}"/>
          </ac:spMkLst>
        </pc:spChg>
        <pc:spChg chg="add">
          <ac:chgData name="Kinga Kaszap" userId="7c01e60f-dfae-49fb-8193-b9d644281dc3" providerId="ADAL" clId="{711D929A-CDAB-406C-A160-99638489FB51}" dt="2025-04-01T11:05:38.928" v="1677" actId="26606"/>
          <ac:spMkLst>
            <pc:docMk/>
            <pc:sldMk cId="1430100178" sldId="259"/>
            <ac:spMk id="8" creationId="{1653AE3C-AC4F-907C-B473-B9A30D21506F}"/>
          </ac:spMkLst>
        </pc:spChg>
        <pc:spChg chg="add mod">
          <ac:chgData name="Kinga Kaszap" userId="7c01e60f-dfae-49fb-8193-b9d644281dc3" providerId="ADAL" clId="{711D929A-CDAB-406C-A160-99638489FB51}" dt="2025-04-01T11:13:48.517" v="1714" actId="20577"/>
          <ac:spMkLst>
            <pc:docMk/>
            <pc:sldMk cId="1430100178" sldId="259"/>
            <ac:spMk id="9" creationId="{F8E34C89-EE4D-D6DC-CAA2-CC2DDE80F5DF}"/>
          </ac:spMkLst>
        </pc:spChg>
        <pc:spChg chg="add mod">
          <ac:chgData name="Kinga Kaszap" userId="7c01e60f-dfae-49fb-8193-b9d644281dc3" providerId="ADAL" clId="{711D929A-CDAB-406C-A160-99638489FB51}" dt="2025-04-01T11:21:07.368" v="2137" actId="20577"/>
          <ac:spMkLst>
            <pc:docMk/>
            <pc:sldMk cId="1430100178" sldId="259"/>
            <ac:spMk id="10" creationId="{3162C5AF-F2A1-999F-23E9-8A84797E7A34}"/>
          </ac:spMkLst>
        </pc:spChg>
        <pc:picChg chg="add mod">
          <ac:chgData name="Kinga Kaszap" userId="7c01e60f-dfae-49fb-8193-b9d644281dc3" providerId="ADAL" clId="{711D929A-CDAB-406C-A160-99638489FB51}" dt="2025-04-01T11:10:22.884" v="1704" actId="14100"/>
          <ac:picMkLst>
            <pc:docMk/>
            <pc:sldMk cId="1430100178" sldId="259"/>
            <ac:picMk id="5" creationId="{6BA77677-523B-89EA-D032-27F1F32ABED5}"/>
          </ac:picMkLst>
        </pc:picChg>
        <pc:picChg chg="add mod">
          <ac:chgData name="Kinga Kaszap" userId="7c01e60f-dfae-49fb-8193-b9d644281dc3" providerId="ADAL" clId="{711D929A-CDAB-406C-A160-99638489FB51}" dt="2025-04-01T11:16:25.370" v="1783" actId="1076"/>
          <ac:picMkLst>
            <pc:docMk/>
            <pc:sldMk cId="1430100178" sldId="259"/>
            <ac:picMk id="7" creationId="{675EF1D3-B850-CB5E-0B3B-0D1D3A1009FD}"/>
          </ac:picMkLst>
        </pc:picChg>
      </pc:sldChg>
      <pc:sldChg chg="addSp delSp modSp new mod setBg modNotesTx">
        <pc:chgData name="Kinga Kaszap" userId="7c01e60f-dfae-49fb-8193-b9d644281dc3" providerId="ADAL" clId="{711D929A-CDAB-406C-A160-99638489FB51}" dt="2025-04-01T13:05:03.301" v="2547" actId="20577"/>
        <pc:sldMkLst>
          <pc:docMk/>
          <pc:sldMk cId="2586055609" sldId="260"/>
        </pc:sldMkLst>
        <pc:spChg chg="del">
          <ac:chgData name="Kinga Kaszap" userId="7c01e60f-dfae-49fb-8193-b9d644281dc3" providerId="ADAL" clId="{711D929A-CDAB-406C-A160-99638489FB51}" dt="2025-04-01T11:22:14.220" v="2142" actId="478"/>
          <ac:spMkLst>
            <pc:docMk/>
            <pc:sldMk cId="2586055609" sldId="260"/>
            <ac:spMk id="2" creationId="{571E06A5-F9F7-3B42-814B-65648DC15002}"/>
          </ac:spMkLst>
        </pc:spChg>
        <pc:spChg chg="del">
          <ac:chgData name="Kinga Kaszap" userId="7c01e60f-dfae-49fb-8193-b9d644281dc3" providerId="ADAL" clId="{711D929A-CDAB-406C-A160-99638489FB51}" dt="2025-04-01T11:22:15.868" v="2143" actId="478"/>
          <ac:spMkLst>
            <pc:docMk/>
            <pc:sldMk cId="2586055609" sldId="260"/>
            <ac:spMk id="3" creationId="{99747F96-D68F-1F01-F5EF-6A03C8781752}"/>
          </ac:spMkLst>
        </pc:spChg>
        <pc:spChg chg="add del mod">
          <ac:chgData name="Kinga Kaszap" userId="7c01e60f-dfae-49fb-8193-b9d644281dc3" providerId="ADAL" clId="{711D929A-CDAB-406C-A160-99638489FB51}" dt="2025-04-01T11:23:18.377" v="2163" actId="478"/>
          <ac:spMkLst>
            <pc:docMk/>
            <pc:sldMk cId="2586055609" sldId="260"/>
            <ac:spMk id="7" creationId="{6A12AF22-D778-4131-814E-5CAFEA5E0F61}"/>
          </ac:spMkLst>
        </pc:spChg>
        <pc:spChg chg="add del">
          <ac:chgData name="Kinga Kaszap" userId="7c01e60f-dfae-49fb-8193-b9d644281dc3" providerId="ADAL" clId="{711D929A-CDAB-406C-A160-99638489FB51}" dt="2025-04-01T11:23:54.372" v="2172" actId="26606"/>
          <ac:spMkLst>
            <pc:docMk/>
            <pc:sldMk cId="2586055609" sldId="260"/>
            <ac:spMk id="11" creationId="{149F9F0F-FB8C-5565-247C-BDCC156B5CAF}"/>
          </ac:spMkLst>
        </pc:spChg>
        <pc:spChg chg="add del">
          <ac:chgData name="Kinga Kaszap" userId="7c01e60f-dfae-49fb-8193-b9d644281dc3" providerId="ADAL" clId="{711D929A-CDAB-406C-A160-99638489FB51}" dt="2025-04-01T11:23:54.372" v="2172" actId="26606"/>
          <ac:spMkLst>
            <pc:docMk/>
            <pc:sldMk cId="2586055609" sldId="260"/>
            <ac:spMk id="13" creationId="{ABA4FDDF-F59C-428B-8603-3A86D75931AB}"/>
          </ac:spMkLst>
        </pc:spChg>
        <pc:spChg chg="add del">
          <ac:chgData name="Kinga Kaszap" userId="7c01e60f-dfae-49fb-8193-b9d644281dc3" providerId="ADAL" clId="{711D929A-CDAB-406C-A160-99638489FB51}" dt="2025-04-01T11:23:54.372" v="2172" actId="26606"/>
          <ac:spMkLst>
            <pc:docMk/>
            <pc:sldMk cId="2586055609" sldId="260"/>
            <ac:spMk id="20" creationId="{19F9BF86-FE94-4517-B97D-026C7515E589}"/>
          </ac:spMkLst>
        </pc:spChg>
        <pc:picChg chg="add del mod">
          <ac:chgData name="Kinga Kaszap" userId="7c01e60f-dfae-49fb-8193-b9d644281dc3" providerId="ADAL" clId="{711D929A-CDAB-406C-A160-99638489FB51}" dt="2025-04-01T11:22:56.086" v="2156" actId="478"/>
          <ac:picMkLst>
            <pc:docMk/>
            <pc:sldMk cId="2586055609" sldId="260"/>
            <ac:picMk id="4" creationId="{D39AEB1D-D06E-A977-E708-F72E9BA07777}"/>
          </ac:picMkLst>
        </pc:picChg>
        <pc:picChg chg="add mod ord modCrop">
          <ac:chgData name="Kinga Kaszap" userId="7c01e60f-dfae-49fb-8193-b9d644281dc3" providerId="ADAL" clId="{711D929A-CDAB-406C-A160-99638489FB51}" dt="2025-04-01T11:27:52.699" v="2202" actId="1076"/>
          <ac:picMkLst>
            <pc:docMk/>
            <pc:sldMk cId="2586055609" sldId="260"/>
            <ac:picMk id="5" creationId="{E630B126-F051-0FD8-1EF7-4709C9A016B1}"/>
          </ac:picMkLst>
        </pc:picChg>
        <pc:picChg chg="add mod modCrop">
          <ac:chgData name="Kinga Kaszap" userId="7c01e60f-dfae-49fb-8193-b9d644281dc3" providerId="ADAL" clId="{711D929A-CDAB-406C-A160-99638489FB51}" dt="2025-04-01T11:25:24.256" v="2189" actId="12788"/>
          <ac:picMkLst>
            <pc:docMk/>
            <pc:sldMk cId="2586055609" sldId="260"/>
            <ac:picMk id="8" creationId="{D9A22E8C-D740-6816-C95B-0DFB063D65C0}"/>
          </ac:picMkLst>
        </pc:picChg>
        <pc:picChg chg="add mod modCrop">
          <ac:chgData name="Kinga Kaszap" userId="7c01e60f-dfae-49fb-8193-b9d644281dc3" providerId="ADAL" clId="{711D929A-CDAB-406C-A160-99638489FB51}" dt="2025-04-01T11:27:58.011" v="2203" actId="1076"/>
          <ac:picMkLst>
            <pc:docMk/>
            <pc:sldMk cId="2586055609" sldId="260"/>
            <ac:picMk id="10" creationId="{FEC51EF6-42AD-88DA-79C6-6605AC27D285}"/>
          </ac:picMkLst>
        </pc:picChg>
        <pc:cxnChg chg="add del">
          <ac:chgData name="Kinga Kaszap" userId="7c01e60f-dfae-49fb-8193-b9d644281dc3" providerId="ADAL" clId="{711D929A-CDAB-406C-A160-99638489FB51}" dt="2025-04-01T11:23:54.372" v="2172" actId="26606"/>
          <ac:cxnSpMkLst>
            <pc:docMk/>
            <pc:sldMk cId="2586055609" sldId="260"/>
            <ac:cxnSpMk id="9" creationId="{118E06E4-607B-144B-382B-AD3D06B1EE8C}"/>
          </ac:cxnSpMkLst>
        </pc:cxnChg>
        <pc:cxnChg chg="add del">
          <ac:chgData name="Kinga Kaszap" userId="7c01e60f-dfae-49fb-8193-b9d644281dc3" providerId="ADAL" clId="{711D929A-CDAB-406C-A160-99638489FB51}" dt="2025-04-01T11:23:54.372" v="2172" actId="26606"/>
          <ac:cxnSpMkLst>
            <pc:docMk/>
            <pc:sldMk cId="2586055609" sldId="260"/>
            <ac:cxnSpMk id="18" creationId="{118E06E4-607B-144B-382B-AD3D06B1EE8C}"/>
          </ac:cxnSpMkLst>
        </pc:cxnChg>
      </pc:sldChg>
      <pc:sldChg chg="addSp delSp modSp new mod setBg modNotesTx">
        <pc:chgData name="Kinga Kaszap" userId="7c01e60f-dfae-49fb-8193-b9d644281dc3" providerId="ADAL" clId="{711D929A-CDAB-406C-A160-99638489FB51}" dt="2025-04-01T15:13:53.181" v="2560"/>
        <pc:sldMkLst>
          <pc:docMk/>
          <pc:sldMk cId="4048058388" sldId="261"/>
        </pc:sldMkLst>
        <pc:spChg chg="add del">
          <ac:chgData name="Kinga Kaszap" userId="7c01e60f-dfae-49fb-8193-b9d644281dc3" providerId="ADAL" clId="{711D929A-CDAB-406C-A160-99638489FB51}" dt="2025-04-01T11:46:53.034" v="2240" actId="478"/>
          <ac:spMkLst>
            <pc:docMk/>
            <pc:sldMk cId="4048058388" sldId="261"/>
            <ac:spMk id="2" creationId="{A9666353-09FA-C59F-FC3B-B7FEC3A3FA28}"/>
          </ac:spMkLst>
        </pc:spChg>
        <pc:spChg chg="del">
          <ac:chgData name="Kinga Kaszap" userId="7c01e60f-dfae-49fb-8193-b9d644281dc3" providerId="ADAL" clId="{711D929A-CDAB-406C-A160-99638489FB51}" dt="2025-04-01T11:45:31.351" v="2217"/>
          <ac:spMkLst>
            <pc:docMk/>
            <pc:sldMk cId="4048058388" sldId="261"/>
            <ac:spMk id="3" creationId="{90E2DBE9-670C-62D5-4B4F-2F564D93BE46}"/>
          </ac:spMkLst>
        </pc:spChg>
        <pc:spChg chg="add del mod">
          <ac:chgData name="Kinga Kaszap" userId="7c01e60f-dfae-49fb-8193-b9d644281dc3" providerId="ADAL" clId="{711D929A-CDAB-406C-A160-99638489FB51}" dt="2025-04-01T11:46:51.339" v="2239" actId="478"/>
          <ac:spMkLst>
            <pc:docMk/>
            <pc:sldMk cId="4048058388" sldId="261"/>
            <ac:spMk id="9" creationId="{6C77A3D5-150F-47DC-234D-A8B1D90362BD}"/>
          </ac:spMkLst>
        </pc:spChg>
        <pc:spChg chg="add del">
          <ac:chgData name="Kinga Kaszap" userId="7c01e60f-dfae-49fb-8193-b9d644281dc3" providerId="ADAL" clId="{711D929A-CDAB-406C-A160-99638489FB51}" dt="2025-04-01T11:45:59.178" v="2228" actId="26606"/>
          <ac:spMkLst>
            <pc:docMk/>
            <pc:sldMk cId="4048058388" sldId="261"/>
            <ac:spMk id="12" creationId="{149F9F0F-FB8C-5565-247C-BDCC156B5CAF}"/>
          </ac:spMkLst>
        </pc:spChg>
        <pc:spChg chg="add del">
          <ac:chgData name="Kinga Kaszap" userId="7c01e60f-dfae-49fb-8193-b9d644281dc3" providerId="ADAL" clId="{711D929A-CDAB-406C-A160-99638489FB51}" dt="2025-04-01T11:45:59.178" v="2228" actId="26606"/>
          <ac:spMkLst>
            <pc:docMk/>
            <pc:sldMk cId="4048058388" sldId="261"/>
            <ac:spMk id="14" creationId="{ABA4FDDF-F59C-428B-8603-3A86D75931AB}"/>
          </ac:spMkLst>
        </pc:spChg>
        <pc:picChg chg="add del mod">
          <ac:chgData name="Kinga Kaszap" userId="7c01e60f-dfae-49fb-8193-b9d644281dc3" providerId="ADAL" clId="{711D929A-CDAB-406C-A160-99638489FB51}" dt="2025-04-01T11:46:44.067" v="2236" actId="21"/>
          <ac:picMkLst>
            <pc:docMk/>
            <pc:sldMk cId="4048058388" sldId="261"/>
            <ac:picMk id="5" creationId="{70B6194D-3F0D-53BC-0AA5-10A492B4D92A}"/>
          </ac:picMkLst>
        </pc:picChg>
        <pc:picChg chg="add mod">
          <ac:chgData name="Kinga Kaszap" userId="7c01e60f-dfae-49fb-8193-b9d644281dc3" providerId="ADAL" clId="{711D929A-CDAB-406C-A160-99638489FB51}" dt="2025-04-01T11:47:41.706" v="2247" actId="1076"/>
          <ac:picMkLst>
            <pc:docMk/>
            <pc:sldMk cId="4048058388" sldId="261"/>
            <ac:picMk id="7" creationId="{BCB099FB-75E0-3764-4C98-99F92AACACF9}"/>
          </ac:picMkLst>
        </pc:picChg>
        <pc:cxnChg chg="add del">
          <ac:chgData name="Kinga Kaszap" userId="7c01e60f-dfae-49fb-8193-b9d644281dc3" providerId="ADAL" clId="{711D929A-CDAB-406C-A160-99638489FB51}" dt="2025-04-01T11:45:59.178" v="2228" actId="26606"/>
          <ac:cxnSpMkLst>
            <pc:docMk/>
            <pc:sldMk cId="4048058388" sldId="261"/>
            <ac:cxnSpMk id="10" creationId="{118E06E4-607B-144B-382B-AD3D06B1EE8C}"/>
          </ac:cxnSpMkLst>
        </pc:cxnChg>
      </pc:sldChg>
      <pc:sldChg chg="addSp modSp new">
        <pc:chgData name="Kinga Kaszap" userId="7c01e60f-dfae-49fb-8193-b9d644281dc3" providerId="ADAL" clId="{711D929A-CDAB-406C-A160-99638489FB51}" dt="2025-04-01T11:46:46.774" v="2238"/>
        <pc:sldMkLst>
          <pc:docMk/>
          <pc:sldMk cId="1169633124" sldId="262"/>
        </pc:sldMkLst>
        <pc:picChg chg="add mod">
          <ac:chgData name="Kinga Kaszap" userId="7c01e60f-dfae-49fb-8193-b9d644281dc3" providerId="ADAL" clId="{711D929A-CDAB-406C-A160-99638489FB51}" dt="2025-04-01T11:46:46.774" v="2238"/>
          <ac:picMkLst>
            <pc:docMk/>
            <pc:sldMk cId="1169633124" sldId="262"/>
            <ac:picMk id="5" creationId="{70B6194D-3F0D-53BC-0AA5-10A492B4D92A}"/>
          </ac:picMkLst>
        </pc:picChg>
      </pc:sldChg>
      <pc:sldMasterChg chg="del delSldLayout">
        <pc:chgData name="Kinga Kaszap" userId="7c01e60f-dfae-49fb-8193-b9d644281dc3" providerId="ADAL" clId="{711D929A-CDAB-406C-A160-99638489FB51}" dt="2025-04-01T07:11:39.631" v="286" actId="26606"/>
        <pc:sldMasterMkLst>
          <pc:docMk/>
          <pc:sldMasterMk cId="2262748840" sldId="2147483648"/>
        </pc:sldMasterMkLst>
        <pc:sldLayoutChg chg="del">
          <pc:chgData name="Kinga Kaszap" userId="7c01e60f-dfae-49fb-8193-b9d644281dc3" providerId="ADAL" clId="{711D929A-CDAB-406C-A160-99638489FB51}" dt="2025-04-01T07:11:39.631" v="286" actId="26606"/>
          <pc:sldLayoutMkLst>
            <pc:docMk/>
            <pc:sldMasterMk cId="2262748840" sldId="2147483648"/>
            <pc:sldLayoutMk cId="2856112470" sldId="2147483649"/>
          </pc:sldLayoutMkLst>
        </pc:sldLayoutChg>
        <pc:sldLayoutChg chg="del">
          <pc:chgData name="Kinga Kaszap" userId="7c01e60f-dfae-49fb-8193-b9d644281dc3" providerId="ADAL" clId="{711D929A-CDAB-406C-A160-99638489FB51}" dt="2025-04-01T07:11:39.631" v="286" actId="26606"/>
          <pc:sldLayoutMkLst>
            <pc:docMk/>
            <pc:sldMasterMk cId="2262748840" sldId="2147483648"/>
            <pc:sldLayoutMk cId="60300310" sldId="2147483650"/>
          </pc:sldLayoutMkLst>
        </pc:sldLayoutChg>
        <pc:sldLayoutChg chg="del">
          <pc:chgData name="Kinga Kaszap" userId="7c01e60f-dfae-49fb-8193-b9d644281dc3" providerId="ADAL" clId="{711D929A-CDAB-406C-A160-99638489FB51}" dt="2025-04-01T07:11:39.631" v="286" actId="26606"/>
          <pc:sldLayoutMkLst>
            <pc:docMk/>
            <pc:sldMasterMk cId="2262748840" sldId="2147483648"/>
            <pc:sldLayoutMk cId="1924207870" sldId="2147483651"/>
          </pc:sldLayoutMkLst>
        </pc:sldLayoutChg>
        <pc:sldLayoutChg chg="del">
          <pc:chgData name="Kinga Kaszap" userId="7c01e60f-dfae-49fb-8193-b9d644281dc3" providerId="ADAL" clId="{711D929A-CDAB-406C-A160-99638489FB51}" dt="2025-04-01T07:11:39.631" v="286" actId="26606"/>
          <pc:sldLayoutMkLst>
            <pc:docMk/>
            <pc:sldMasterMk cId="2262748840" sldId="2147483648"/>
            <pc:sldLayoutMk cId="309274925" sldId="2147483652"/>
          </pc:sldLayoutMkLst>
        </pc:sldLayoutChg>
        <pc:sldLayoutChg chg="del">
          <pc:chgData name="Kinga Kaszap" userId="7c01e60f-dfae-49fb-8193-b9d644281dc3" providerId="ADAL" clId="{711D929A-CDAB-406C-A160-99638489FB51}" dt="2025-04-01T07:11:39.631" v="286" actId="26606"/>
          <pc:sldLayoutMkLst>
            <pc:docMk/>
            <pc:sldMasterMk cId="2262748840" sldId="2147483648"/>
            <pc:sldLayoutMk cId="3662920161" sldId="2147483653"/>
          </pc:sldLayoutMkLst>
        </pc:sldLayoutChg>
        <pc:sldLayoutChg chg="del">
          <pc:chgData name="Kinga Kaszap" userId="7c01e60f-dfae-49fb-8193-b9d644281dc3" providerId="ADAL" clId="{711D929A-CDAB-406C-A160-99638489FB51}" dt="2025-04-01T07:11:39.631" v="286" actId="26606"/>
          <pc:sldLayoutMkLst>
            <pc:docMk/>
            <pc:sldMasterMk cId="2262748840" sldId="2147483648"/>
            <pc:sldLayoutMk cId="2263182167" sldId="2147483654"/>
          </pc:sldLayoutMkLst>
        </pc:sldLayoutChg>
        <pc:sldLayoutChg chg="del">
          <pc:chgData name="Kinga Kaszap" userId="7c01e60f-dfae-49fb-8193-b9d644281dc3" providerId="ADAL" clId="{711D929A-CDAB-406C-A160-99638489FB51}" dt="2025-04-01T07:11:39.631" v="286" actId="26606"/>
          <pc:sldLayoutMkLst>
            <pc:docMk/>
            <pc:sldMasterMk cId="2262748840" sldId="2147483648"/>
            <pc:sldLayoutMk cId="1681944988" sldId="2147483655"/>
          </pc:sldLayoutMkLst>
        </pc:sldLayoutChg>
        <pc:sldLayoutChg chg="del">
          <pc:chgData name="Kinga Kaszap" userId="7c01e60f-dfae-49fb-8193-b9d644281dc3" providerId="ADAL" clId="{711D929A-CDAB-406C-A160-99638489FB51}" dt="2025-04-01T07:11:39.631" v="286" actId="26606"/>
          <pc:sldLayoutMkLst>
            <pc:docMk/>
            <pc:sldMasterMk cId="2262748840" sldId="2147483648"/>
            <pc:sldLayoutMk cId="1586214523" sldId="2147483656"/>
          </pc:sldLayoutMkLst>
        </pc:sldLayoutChg>
        <pc:sldLayoutChg chg="del">
          <pc:chgData name="Kinga Kaszap" userId="7c01e60f-dfae-49fb-8193-b9d644281dc3" providerId="ADAL" clId="{711D929A-CDAB-406C-A160-99638489FB51}" dt="2025-04-01T07:11:39.631" v="286" actId="26606"/>
          <pc:sldLayoutMkLst>
            <pc:docMk/>
            <pc:sldMasterMk cId="2262748840" sldId="2147483648"/>
            <pc:sldLayoutMk cId="3645157976" sldId="2147483657"/>
          </pc:sldLayoutMkLst>
        </pc:sldLayoutChg>
        <pc:sldLayoutChg chg="del">
          <pc:chgData name="Kinga Kaszap" userId="7c01e60f-dfae-49fb-8193-b9d644281dc3" providerId="ADAL" clId="{711D929A-CDAB-406C-A160-99638489FB51}" dt="2025-04-01T07:11:39.631" v="286" actId="26606"/>
          <pc:sldLayoutMkLst>
            <pc:docMk/>
            <pc:sldMasterMk cId="2262748840" sldId="2147483648"/>
            <pc:sldLayoutMk cId="3499816354" sldId="2147483658"/>
          </pc:sldLayoutMkLst>
        </pc:sldLayoutChg>
        <pc:sldLayoutChg chg="del">
          <pc:chgData name="Kinga Kaszap" userId="7c01e60f-dfae-49fb-8193-b9d644281dc3" providerId="ADAL" clId="{711D929A-CDAB-406C-A160-99638489FB51}" dt="2025-04-01T07:11:39.631" v="286" actId="26606"/>
          <pc:sldLayoutMkLst>
            <pc:docMk/>
            <pc:sldMasterMk cId="2262748840" sldId="2147483648"/>
            <pc:sldLayoutMk cId="1007350880" sldId="2147483659"/>
          </pc:sldLayoutMkLst>
        </pc:sldLayoutChg>
      </pc:sldMasterChg>
      <pc:sldMasterChg chg="add addSldLayout">
        <pc:chgData name="Kinga Kaszap" userId="7c01e60f-dfae-49fb-8193-b9d644281dc3" providerId="ADAL" clId="{711D929A-CDAB-406C-A160-99638489FB51}" dt="2025-04-01T07:11:39.631" v="286" actId="26606"/>
        <pc:sldMasterMkLst>
          <pc:docMk/>
          <pc:sldMasterMk cId="268732747" sldId="2147483673"/>
        </pc:sldMasterMkLst>
        <pc:sldLayoutChg chg="add">
          <pc:chgData name="Kinga Kaszap" userId="7c01e60f-dfae-49fb-8193-b9d644281dc3" providerId="ADAL" clId="{711D929A-CDAB-406C-A160-99638489FB51}" dt="2025-04-01T07:11:39.631" v="286" actId="26606"/>
          <pc:sldLayoutMkLst>
            <pc:docMk/>
            <pc:sldMasterMk cId="268732747" sldId="2147483673"/>
            <pc:sldLayoutMk cId="107097956" sldId="2147483662"/>
          </pc:sldLayoutMkLst>
        </pc:sldLayoutChg>
        <pc:sldLayoutChg chg="add">
          <pc:chgData name="Kinga Kaszap" userId="7c01e60f-dfae-49fb-8193-b9d644281dc3" providerId="ADAL" clId="{711D929A-CDAB-406C-A160-99638489FB51}" dt="2025-04-01T07:11:39.631" v="286" actId="26606"/>
          <pc:sldLayoutMkLst>
            <pc:docMk/>
            <pc:sldMasterMk cId="268732747" sldId="2147483673"/>
            <pc:sldLayoutMk cId="1972318793" sldId="2147483663"/>
          </pc:sldLayoutMkLst>
        </pc:sldLayoutChg>
        <pc:sldLayoutChg chg="add">
          <pc:chgData name="Kinga Kaszap" userId="7c01e60f-dfae-49fb-8193-b9d644281dc3" providerId="ADAL" clId="{711D929A-CDAB-406C-A160-99638489FB51}" dt="2025-04-01T07:11:39.631" v="286" actId="26606"/>
          <pc:sldLayoutMkLst>
            <pc:docMk/>
            <pc:sldMasterMk cId="268732747" sldId="2147483673"/>
            <pc:sldLayoutMk cId="109225615" sldId="2147483664"/>
          </pc:sldLayoutMkLst>
        </pc:sldLayoutChg>
        <pc:sldLayoutChg chg="add">
          <pc:chgData name="Kinga Kaszap" userId="7c01e60f-dfae-49fb-8193-b9d644281dc3" providerId="ADAL" clId="{711D929A-CDAB-406C-A160-99638489FB51}" dt="2025-04-01T07:11:39.631" v="286" actId="26606"/>
          <pc:sldLayoutMkLst>
            <pc:docMk/>
            <pc:sldMasterMk cId="268732747" sldId="2147483673"/>
            <pc:sldLayoutMk cId="2510309776" sldId="2147483665"/>
          </pc:sldLayoutMkLst>
        </pc:sldLayoutChg>
        <pc:sldLayoutChg chg="add">
          <pc:chgData name="Kinga Kaszap" userId="7c01e60f-dfae-49fb-8193-b9d644281dc3" providerId="ADAL" clId="{711D929A-CDAB-406C-A160-99638489FB51}" dt="2025-04-01T07:11:39.631" v="286" actId="26606"/>
          <pc:sldLayoutMkLst>
            <pc:docMk/>
            <pc:sldMasterMk cId="268732747" sldId="2147483673"/>
            <pc:sldLayoutMk cId="2924754387" sldId="2147483666"/>
          </pc:sldLayoutMkLst>
        </pc:sldLayoutChg>
        <pc:sldLayoutChg chg="add">
          <pc:chgData name="Kinga Kaszap" userId="7c01e60f-dfae-49fb-8193-b9d644281dc3" providerId="ADAL" clId="{711D929A-CDAB-406C-A160-99638489FB51}" dt="2025-04-01T07:11:39.631" v="286" actId="26606"/>
          <pc:sldLayoutMkLst>
            <pc:docMk/>
            <pc:sldMasterMk cId="268732747" sldId="2147483673"/>
            <pc:sldLayoutMk cId="1882426790" sldId="2147483667"/>
          </pc:sldLayoutMkLst>
        </pc:sldLayoutChg>
        <pc:sldLayoutChg chg="add">
          <pc:chgData name="Kinga Kaszap" userId="7c01e60f-dfae-49fb-8193-b9d644281dc3" providerId="ADAL" clId="{711D929A-CDAB-406C-A160-99638489FB51}" dt="2025-04-01T07:11:39.631" v="286" actId="26606"/>
          <pc:sldLayoutMkLst>
            <pc:docMk/>
            <pc:sldMasterMk cId="268732747" sldId="2147483673"/>
            <pc:sldLayoutMk cId="3375982239" sldId="2147483668"/>
          </pc:sldLayoutMkLst>
        </pc:sldLayoutChg>
        <pc:sldLayoutChg chg="add">
          <pc:chgData name="Kinga Kaszap" userId="7c01e60f-dfae-49fb-8193-b9d644281dc3" providerId="ADAL" clId="{711D929A-CDAB-406C-A160-99638489FB51}" dt="2025-04-01T07:11:39.631" v="286" actId="26606"/>
          <pc:sldLayoutMkLst>
            <pc:docMk/>
            <pc:sldMasterMk cId="268732747" sldId="2147483673"/>
            <pc:sldLayoutMk cId="2034615800" sldId="2147483669"/>
          </pc:sldLayoutMkLst>
        </pc:sldLayoutChg>
        <pc:sldLayoutChg chg="add">
          <pc:chgData name="Kinga Kaszap" userId="7c01e60f-dfae-49fb-8193-b9d644281dc3" providerId="ADAL" clId="{711D929A-CDAB-406C-A160-99638489FB51}" dt="2025-04-01T07:11:39.631" v="286" actId="26606"/>
          <pc:sldLayoutMkLst>
            <pc:docMk/>
            <pc:sldMasterMk cId="268732747" sldId="2147483673"/>
            <pc:sldLayoutMk cId="1869132685" sldId="2147483670"/>
          </pc:sldLayoutMkLst>
        </pc:sldLayoutChg>
        <pc:sldLayoutChg chg="add">
          <pc:chgData name="Kinga Kaszap" userId="7c01e60f-dfae-49fb-8193-b9d644281dc3" providerId="ADAL" clId="{711D929A-CDAB-406C-A160-99638489FB51}" dt="2025-04-01T07:11:39.631" v="286" actId="26606"/>
          <pc:sldLayoutMkLst>
            <pc:docMk/>
            <pc:sldMasterMk cId="268732747" sldId="2147483673"/>
            <pc:sldLayoutMk cId="1668670826" sldId="2147483671"/>
          </pc:sldLayoutMkLst>
        </pc:sldLayoutChg>
        <pc:sldLayoutChg chg="add">
          <pc:chgData name="Kinga Kaszap" userId="7c01e60f-dfae-49fb-8193-b9d644281dc3" providerId="ADAL" clId="{711D929A-CDAB-406C-A160-99638489FB51}" dt="2025-04-01T07:11:39.631" v="286" actId="26606"/>
          <pc:sldLayoutMkLst>
            <pc:docMk/>
            <pc:sldMasterMk cId="268732747" sldId="2147483673"/>
            <pc:sldLayoutMk cId="2317236346" sldId="214748367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6E978-4212-47FA-9B49-E8C36AD5A543}" type="datetimeFigureOut">
              <a:rPr lang="hu-HU" smtClean="0"/>
              <a:t>2025. 04. 02.</a:t>
            </a:fld>
            <a:endParaRPr lang="hu-H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u-H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0EECA8-EA64-4BA8-94E5-EDBD96A86760}" type="slidenum">
              <a:rPr lang="hu-HU" smtClean="0"/>
              <a:t>‹#›</a:t>
            </a:fld>
            <a:endParaRPr lang="hu-HU"/>
          </a:p>
        </p:txBody>
      </p:sp>
    </p:spTree>
    <p:extLst>
      <p:ext uri="{BB962C8B-B14F-4D97-AF65-F5344CB8AC3E}">
        <p14:creationId xmlns:p14="http://schemas.microsoft.com/office/powerpoint/2010/main" val="2101302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a:t>do some sites hold more species than others?</a:t>
            </a:r>
          </a:p>
          <a:p>
            <a:endParaRPr lang="hu-HU"/>
          </a:p>
          <a:p>
            <a:r>
              <a:rPr lang="hu-HU"/>
              <a:t>18 sites</a:t>
            </a:r>
          </a:p>
        </p:txBody>
      </p:sp>
      <p:sp>
        <p:nvSpPr>
          <p:cNvPr id="4" name="Slide Number Placeholder 3"/>
          <p:cNvSpPr>
            <a:spLocks noGrp="1"/>
          </p:cNvSpPr>
          <p:nvPr>
            <p:ph type="sldNum" sz="quarter" idx="5"/>
          </p:nvPr>
        </p:nvSpPr>
        <p:spPr/>
        <p:txBody>
          <a:bodyPr/>
          <a:lstStyle/>
          <a:p>
            <a:fld id="{370EECA8-EA64-4BA8-94E5-EDBD96A86760}" type="slidenum">
              <a:rPr lang="hu-HU" smtClean="0"/>
              <a:t>2</a:t>
            </a:fld>
            <a:endParaRPr lang="hu-HU"/>
          </a:p>
        </p:txBody>
      </p:sp>
    </p:spTree>
    <p:extLst>
      <p:ext uri="{BB962C8B-B14F-4D97-AF65-F5344CB8AC3E}">
        <p14:creationId xmlns:p14="http://schemas.microsoft.com/office/powerpoint/2010/main" val="848757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accounts for both </a:t>
            </a:r>
            <a:r>
              <a:rPr lang="en-US" b="1"/>
              <a:t>species richness</a:t>
            </a:r>
            <a:r>
              <a:rPr lang="en-US"/>
              <a:t> (the number of species) and </a:t>
            </a:r>
            <a:r>
              <a:rPr lang="en-US" b="1"/>
              <a:t>species evenness</a:t>
            </a:r>
            <a:r>
              <a:rPr lang="en-US"/>
              <a:t> (the relative abundance of each species). </a:t>
            </a:r>
            <a:endParaRPr lang="hu-HU"/>
          </a:p>
          <a:p>
            <a:pPr marL="0" marR="0" lvl="0" indent="0" algn="l" defTabSz="914400" rtl="0" eaLnBrk="1" fontAlgn="auto" latinLnBrk="0" hangingPunct="1">
              <a:lnSpc>
                <a:spcPct val="100000"/>
              </a:lnSpc>
              <a:spcBef>
                <a:spcPts val="0"/>
              </a:spcBef>
              <a:spcAft>
                <a:spcPts val="0"/>
              </a:spcAft>
              <a:buClrTx/>
              <a:buSzTx/>
              <a:buFontTx/>
              <a:buNone/>
              <a:tabLst/>
              <a:defRPr/>
            </a:pPr>
            <a:r>
              <a:rPr lang="en-US" b="1"/>
              <a:t>Higher</a:t>
            </a:r>
            <a:r>
              <a:rPr lang="en-US"/>
              <a:t> when there are more species and when species are more evenly distributed</a:t>
            </a:r>
            <a:endParaRPr lang="hu-HU"/>
          </a:p>
          <a:p>
            <a:pPr marL="0" marR="0" lvl="0" indent="0" algn="l" defTabSz="914400" rtl="0" eaLnBrk="1" fontAlgn="auto" latinLnBrk="0" hangingPunct="1">
              <a:lnSpc>
                <a:spcPct val="100000"/>
              </a:lnSpc>
              <a:spcBef>
                <a:spcPts val="0"/>
              </a:spcBef>
              <a:spcAft>
                <a:spcPts val="0"/>
              </a:spcAft>
              <a:buClrTx/>
              <a:buSzTx/>
              <a:buFontTx/>
              <a:buNone/>
              <a:tabLst/>
              <a:defRPr/>
            </a:pPr>
            <a:endParaRPr lang="hu-HU"/>
          </a:p>
          <a:p>
            <a:pPr marL="0" marR="0" lvl="0" indent="0" algn="l" defTabSz="914400" rtl="0" eaLnBrk="1" fontAlgn="auto" latinLnBrk="0" hangingPunct="1">
              <a:lnSpc>
                <a:spcPct val="100000"/>
              </a:lnSpc>
              <a:spcBef>
                <a:spcPts val="0"/>
              </a:spcBef>
              <a:spcAft>
                <a:spcPts val="0"/>
              </a:spcAft>
              <a:buClrTx/>
              <a:buSzTx/>
              <a:buFontTx/>
              <a:buNone/>
              <a:tabLst/>
              <a:defRPr/>
            </a:pPr>
            <a:r>
              <a:rPr lang="hu-HU"/>
              <a:t>Mention les auges, le flonzaley, goay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hu-HU"/>
          </a:p>
          <a:p>
            <a:pPr marL="0" marR="0" lvl="0" indent="0" algn="l" defTabSz="914400" rtl="0" eaLnBrk="1" fontAlgn="auto" latinLnBrk="0" hangingPunct="1">
              <a:lnSpc>
                <a:spcPct val="100000"/>
              </a:lnSpc>
              <a:spcBef>
                <a:spcPts val="0"/>
              </a:spcBef>
              <a:spcAft>
                <a:spcPts val="0"/>
              </a:spcAft>
              <a:buClrTx/>
              <a:buSzTx/>
              <a:buFontTx/>
              <a:buNone/>
              <a:tabLst/>
              <a:defRPr/>
            </a:pPr>
            <a:r>
              <a:rPr lang="en-US" b="0" i="1">
                <a:solidFill>
                  <a:srgbClr val="24292E"/>
                </a:solidFill>
                <a:effectLst/>
                <a:latin typeface="-apple-system"/>
              </a:rPr>
              <a:t>elative abundance</a:t>
            </a:r>
            <a:r>
              <a:rPr lang="en-US" b="0" i="0">
                <a:solidFill>
                  <a:srgbClr val="24292E"/>
                </a:solidFill>
                <a:effectLst/>
                <a:latin typeface="-apple-system"/>
              </a:rPr>
              <a:t>. This value is specific to each species, and indicates how common or rare a given species is relative to others. It is calculated as the number of individuals belonging to a given species divided by the number of all individuals present in the area.</a:t>
            </a:r>
            <a:endParaRPr lang="hu-HU"/>
          </a:p>
          <a:p>
            <a:pPr marL="0" marR="0" lvl="0" indent="0" algn="l" defTabSz="914400" rtl="0" eaLnBrk="1" fontAlgn="auto" latinLnBrk="0" hangingPunct="1">
              <a:lnSpc>
                <a:spcPct val="100000"/>
              </a:lnSpc>
              <a:spcBef>
                <a:spcPts val="0"/>
              </a:spcBef>
              <a:spcAft>
                <a:spcPts val="0"/>
              </a:spcAft>
              <a:buClrTx/>
              <a:buSzTx/>
              <a:buFontTx/>
              <a:buNone/>
              <a:tabLst/>
              <a:defRPr/>
            </a:pPr>
            <a:endParaRPr lang="hu-HU"/>
          </a:p>
          <a:p>
            <a:pPr marL="0" marR="0" lvl="0" indent="0" algn="l" defTabSz="914400" rtl="0" eaLnBrk="1" fontAlgn="auto" latinLnBrk="0" hangingPunct="1">
              <a:lnSpc>
                <a:spcPct val="100000"/>
              </a:lnSpc>
              <a:spcBef>
                <a:spcPts val="0"/>
              </a:spcBef>
              <a:spcAft>
                <a:spcPts val="0"/>
              </a:spcAft>
              <a:buClrTx/>
              <a:buSzTx/>
              <a:buFontTx/>
              <a:buNone/>
              <a:tabLst/>
              <a:defRPr/>
            </a:pPr>
            <a:r>
              <a:rPr lang="hu-HU"/>
              <a:t>Range: 0 to ln(S)</a:t>
            </a:r>
          </a:p>
          <a:p>
            <a:endParaRPr lang="hu-HU"/>
          </a:p>
          <a:p>
            <a:r>
              <a:rPr lang="hu-HU"/>
              <a:t>How individuals are distributed among species, how many individuals in a given species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24292E"/>
                </a:solidFill>
                <a:effectLst/>
              </a:rPr>
              <a:t>calculated as the number of individuals belonging to a given species divided by the number of all individuals present in the area</a:t>
            </a:r>
            <a:endParaRPr lang="hu-HU" b="0" i="0">
              <a:solidFill>
                <a:srgbClr val="24292E"/>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hu-HU" b="0" i="0" u="none" strike="noStrike" kern="1200" cap="none" spc="0" normalizeH="0" baseline="0" noProof="0">
                <a:ln>
                  <a:noFill/>
                </a:ln>
                <a:solidFill>
                  <a:prstClr val="black"/>
                </a:solidFill>
                <a:effectLst/>
                <a:uLnTx/>
                <a:uFillTx/>
                <a:latin typeface="Grandview Display"/>
                <a:ea typeface="+mn-ea"/>
                <a:cs typeface="+mn-cs"/>
              </a:rPr>
              <a:t>: </a:t>
            </a:r>
            <a:r>
              <a:rPr kumimoji="0" lang="en-US" b="0" i="0" u="none" strike="noStrike" kern="1200" cap="none" spc="0" normalizeH="0" baseline="0" noProof="0">
                <a:ln>
                  <a:noFill/>
                </a:ln>
                <a:solidFill>
                  <a:srgbClr val="24292E"/>
                </a:solidFill>
                <a:effectLst/>
                <a:uLnTx/>
                <a:uFillTx/>
                <a:latin typeface="Grandview Display"/>
                <a:ea typeface="+mn-ea"/>
                <a:cs typeface="+mn-cs"/>
              </a:rPr>
              <a:t>how common or rare a given species is relative to others</a:t>
            </a:r>
            <a:endParaRPr kumimoji="0" lang="hu-HU" b="0" i="0" u="none" strike="noStrike" kern="1200" cap="none" spc="0" normalizeH="0" baseline="0" noProof="0">
              <a:ln>
                <a:noFill/>
              </a:ln>
              <a:solidFill>
                <a:srgbClr val="24292E"/>
              </a:solidFill>
              <a:effectLst/>
              <a:uLnTx/>
              <a:uFillTx/>
              <a:latin typeface="Grandview Display"/>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u-HU" b="0" i="0" u="none" strike="noStrike" kern="1200" cap="none" spc="0" normalizeH="0" baseline="0" noProof="0">
              <a:ln>
                <a:noFill/>
              </a:ln>
              <a:solidFill>
                <a:srgbClr val="24292E"/>
              </a:solidFill>
              <a:effectLst/>
              <a:uLnTx/>
              <a:uFillTx/>
              <a:latin typeface="Grandview Display"/>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hu-HU" b="0" i="0" u="none" strike="noStrike" kern="1200" cap="none" spc="0" normalizeH="0" baseline="0" noProof="0">
                <a:ln>
                  <a:noFill/>
                </a:ln>
                <a:solidFill>
                  <a:srgbClr val="24292E"/>
                </a:solidFill>
                <a:effectLst/>
                <a:uLnTx/>
                <a:uFillTx/>
                <a:latin typeface="Grandview Display"/>
                <a:ea typeface="+mn-ea"/>
                <a:cs typeface="+mn-cs"/>
              </a:rPr>
              <a:t>High H’ often indicates a balanced healthy ecosystem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hu-HU"/>
          </a:p>
          <a:p>
            <a:r>
              <a:rPr lang="hu-HU"/>
              <a:t>Difs in ranking must be due to evenness</a:t>
            </a:r>
          </a:p>
          <a:p>
            <a:r>
              <a:rPr lang="hu-HU"/>
              <a:t>Top the same but mention: Les Auges, Le Flonzaley</a:t>
            </a:r>
          </a:p>
        </p:txBody>
      </p:sp>
      <p:sp>
        <p:nvSpPr>
          <p:cNvPr id="4" name="Slide Number Placeholder 3"/>
          <p:cNvSpPr>
            <a:spLocks noGrp="1"/>
          </p:cNvSpPr>
          <p:nvPr>
            <p:ph type="sldNum" sz="quarter" idx="5"/>
          </p:nvPr>
        </p:nvSpPr>
        <p:spPr/>
        <p:txBody>
          <a:bodyPr/>
          <a:lstStyle/>
          <a:p>
            <a:fld id="{370EECA8-EA64-4BA8-94E5-EDBD96A86760}" type="slidenum">
              <a:rPr lang="hu-HU" smtClean="0"/>
              <a:t>3</a:t>
            </a:fld>
            <a:endParaRPr lang="hu-HU"/>
          </a:p>
        </p:txBody>
      </p:sp>
    </p:spTree>
    <p:extLst>
      <p:ext uri="{BB962C8B-B14F-4D97-AF65-F5344CB8AC3E}">
        <p14:creationId xmlns:p14="http://schemas.microsoft.com/office/powerpoint/2010/main" val="3635222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Closer to 1</a:t>
            </a:r>
            <a:r>
              <a:rPr lang="en-US"/>
              <a:t> when species are equally abundant</a:t>
            </a:r>
            <a:endParaRPr lang="hu-HU"/>
          </a:p>
          <a:p>
            <a:r>
              <a:rPr lang="en-US"/>
              <a:t>However, H′′ does </a:t>
            </a:r>
            <a:r>
              <a:rPr lang="en-US" b="1"/>
              <a:t>not</a:t>
            </a:r>
            <a:r>
              <a:rPr lang="en-US"/>
              <a:t> distinguish whether a high value comes from </a:t>
            </a:r>
            <a:r>
              <a:rPr lang="en-US" b="1"/>
              <a:t>many species</a:t>
            </a:r>
            <a:r>
              <a:rPr lang="en-US"/>
              <a:t> or </a:t>
            </a:r>
            <a:r>
              <a:rPr lang="en-US" b="1"/>
              <a:t>a very even distribution</a:t>
            </a:r>
            <a:r>
              <a:rPr lang="en-US"/>
              <a:t> of few species.</a:t>
            </a:r>
            <a:endParaRPr lang="hu-HU"/>
          </a:p>
          <a:p>
            <a:r>
              <a:rPr lang="en-US" b="1"/>
              <a:t>Pielou’s Evenness (J′</a:t>
            </a:r>
            <a:r>
              <a:rPr lang="hu-HU" b="1"/>
              <a:t>) </a:t>
            </a:r>
            <a:r>
              <a:rPr lang="en-US" b="1"/>
              <a:t>isolates evenness from richness</a:t>
            </a:r>
            <a:endParaRPr lang="en-US"/>
          </a:p>
          <a:p>
            <a:pPr>
              <a:buFont typeface="Arial" panose="020B0604020202020204" pitchFamily="34" charset="0"/>
              <a:buChar char="•"/>
            </a:pPr>
            <a:r>
              <a:rPr lang="en-US"/>
              <a:t>It </a:t>
            </a:r>
            <a:r>
              <a:rPr lang="en-US" b="1"/>
              <a:t>removes the effect of species richness</a:t>
            </a:r>
            <a:r>
              <a:rPr lang="en-US"/>
              <a:t> by dividing by ln⁡(S)\ln(S)ln(S), so it purely reflects </a:t>
            </a:r>
            <a:r>
              <a:rPr lang="en-US" b="1"/>
              <a:t>how equal species abundances are</a:t>
            </a:r>
            <a:endParaRPr lang="en-US"/>
          </a:p>
          <a:p>
            <a:endParaRPr lang="hu-HU"/>
          </a:p>
          <a:p>
            <a:r>
              <a:rPr lang="hu-HU"/>
              <a:t>Standardized measure bc of universal range</a:t>
            </a:r>
          </a:p>
          <a:p>
            <a:endParaRPr lang="hu-HU"/>
          </a:p>
          <a:p>
            <a:r>
              <a:rPr lang="hu-HU"/>
              <a:t>Do a few species dominate the community?</a:t>
            </a:r>
          </a:p>
          <a:p>
            <a:r>
              <a:rPr lang="hu-HU"/>
              <a:t> </a:t>
            </a:r>
            <a:r>
              <a:rPr lang="en-US"/>
              <a:t>Communities with many rare species may appear </a:t>
            </a:r>
            <a:r>
              <a:rPr lang="en-US" b="1"/>
              <a:t>more even than they actually are</a:t>
            </a:r>
            <a:r>
              <a:rPr lang="en-US"/>
              <a:t> because rare species contribute to SSS without significantly affecting Shannon’s index.</a:t>
            </a:r>
            <a:endParaRPr lang="hu-HU"/>
          </a:p>
          <a:p>
            <a:endParaRPr lang="hu-HU"/>
          </a:p>
          <a:p>
            <a:r>
              <a:rPr lang="en-US"/>
              <a:t>hannon’s Diversity tells you about overall diversity, while Pielou’s Evenness tells you whether that diversity is balanced!</a:t>
            </a:r>
            <a:endParaRPr lang="hu-HU"/>
          </a:p>
        </p:txBody>
      </p:sp>
      <p:sp>
        <p:nvSpPr>
          <p:cNvPr id="4" name="Slide Number Placeholder 3"/>
          <p:cNvSpPr>
            <a:spLocks noGrp="1"/>
          </p:cNvSpPr>
          <p:nvPr>
            <p:ph type="sldNum" sz="quarter" idx="5"/>
          </p:nvPr>
        </p:nvSpPr>
        <p:spPr/>
        <p:txBody>
          <a:bodyPr/>
          <a:lstStyle/>
          <a:p>
            <a:fld id="{370EECA8-EA64-4BA8-94E5-EDBD96A86760}" type="slidenum">
              <a:rPr lang="hu-HU" smtClean="0"/>
              <a:t>4</a:t>
            </a:fld>
            <a:endParaRPr lang="hu-HU"/>
          </a:p>
        </p:txBody>
      </p:sp>
    </p:spTree>
    <p:extLst>
      <p:ext uri="{BB962C8B-B14F-4D97-AF65-F5344CB8AC3E}">
        <p14:creationId xmlns:p14="http://schemas.microsoft.com/office/powerpoint/2010/main" val="36790528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a:t>Sites w few species have high evenness – but maybe bc of low possible diversity, low possible dominance</a:t>
            </a:r>
          </a:p>
        </p:txBody>
      </p:sp>
      <p:sp>
        <p:nvSpPr>
          <p:cNvPr id="4" name="Slide Number Placeholder 3"/>
          <p:cNvSpPr>
            <a:spLocks noGrp="1"/>
          </p:cNvSpPr>
          <p:nvPr>
            <p:ph type="sldNum" sz="quarter" idx="5"/>
          </p:nvPr>
        </p:nvSpPr>
        <p:spPr/>
        <p:txBody>
          <a:bodyPr/>
          <a:lstStyle/>
          <a:p>
            <a:fld id="{370EECA8-EA64-4BA8-94E5-EDBD96A86760}" type="slidenum">
              <a:rPr lang="hu-HU" smtClean="0"/>
              <a:t>5</a:t>
            </a:fld>
            <a:endParaRPr lang="hu-HU"/>
          </a:p>
        </p:txBody>
      </p:sp>
    </p:spTree>
    <p:extLst>
      <p:ext uri="{BB962C8B-B14F-4D97-AF65-F5344CB8AC3E}">
        <p14:creationId xmlns:p14="http://schemas.microsoft.com/office/powerpoint/2010/main" val="4075461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24292E"/>
                </a:solidFill>
                <a:effectLst/>
                <a:latin typeface="-apple-system"/>
              </a:rPr>
              <a:t>species ranked from most to least abundant within each </a:t>
            </a:r>
            <a:r>
              <a:rPr lang="hu-HU" b="0" i="0">
                <a:solidFill>
                  <a:srgbClr val="24292E"/>
                </a:solidFill>
                <a:effectLst/>
                <a:latin typeface="-apple-system"/>
              </a:rPr>
              <a:t>site</a:t>
            </a:r>
            <a:r>
              <a:rPr lang="en-US" b="0" i="0">
                <a:solidFill>
                  <a:srgbClr val="24292E"/>
                </a:solidFill>
                <a:effectLst/>
                <a:latin typeface="-apple-system"/>
              </a:rPr>
              <a:t>. Basically, this is almost like having “Species” on the x axis, only they are </a:t>
            </a:r>
            <a:r>
              <a:rPr lang="en-US" b="0" i="1">
                <a:solidFill>
                  <a:srgbClr val="24292E"/>
                </a:solidFill>
                <a:effectLst/>
                <a:latin typeface="-apple-system"/>
              </a:rPr>
              <a:t>already</a:t>
            </a:r>
            <a:r>
              <a:rPr lang="en-US" b="0" i="0">
                <a:solidFill>
                  <a:srgbClr val="24292E"/>
                </a:solidFill>
                <a:effectLst/>
                <a:latin typeface="-apple-system"/>
              </a:rPr>
              <a:t> ranked by the values they take on the y axis</a:t>
            </a:r>
            <a:endParaRPr lang="hu-HU" b="0" i="0">
              <a:solidFill>
                <a:srgbClr val="24292E"/>
              </a:solidFill>
              <a:effectLst/>
              <a:latin typeface="-apple-system"/>
            </a:endParaRPr>
          </a:p>
          <a:p>
            <a:r>
              <a:rPr lang="en-US" b="0" i="0">
                <a:solidFill>
                  <a:srgbClr val="24292E"/>
                </a:solidFill>
                <a:effectLst/>
                <a:latin typeface="-apple-system"/>
              </a:rPr>
              <a:t>we have relative abundance, again, within </a:t>
            </a:r>
            <a:r>
              <a:rPr lang="hu-HU" b="0" i="0">
                <a:solidFill>
                  <a:srgbClr val="24292E"/>
                </a:solidFill>
                <a:effectLst/>
                <a:latin typeface="-apple-system"/>
              </a:rPr>
              <a:t>sites</a:t>
            </a:r>
            <a:r>
              <a:rPr lang="en-US" b="0" i="0">
                <a:solidFill>
                  <a:srgbClr val="24292E"/>
                </a:solidFill>
                <a:effectLst/>
                <a:latin typeface="-apple-system"/>
              </a:rPr>
              <a:t> - so the position of, say, the first “dot” tells us the relative abundance of the most abundant species (assigned rank 1), the second about the relative abundance of the second most abundant species, and so on. In other words, it tells us </a:t>
            </a:r>
            <a:r>
              <a:rPr lang="en-US" b="0" i="1">
                <a:solidFill>
                  <a:srgbClr val="24292E"/>
                </a:solidFill>
                <a:effectLst/>
                <a:latin typeface="-apple-system"/>
              </a:rPr>
              <a:t>how dominant</a:t>
            </a:r>
            <a:r>
              <a:rPr lang="en-US" b="0" i="0">
                <a:solidFill>
                  <a:srgbClr val="24292E"/>
                </a:solidFill>
                <a:effectLst/>
                <a:latin typeface="-apple-system"/>
              </a:rPr>
              <a:t> the most abundant species is in the environment.</a:t>
            </a:r>
            <a:endParaRPr lang="hu-HU" b="0" i="0">
              <a:solidFill>
                <a:srgbClr val="24292E"/>
              </a:solidFill>
              <a:effectLst/>
              <a:latin typeface="-apple-system"/>
            </a:endParaRPr>
          </a:p>
          <a:p>
            <a:r>
              <a:rPr lang="en-US" b="0" i="0">
                <a:solidFill>
                  <a:srgbClr val="24292E"/>
                </a:solidFill>
                <a:effectLst/>
                <a:latin typeface="-apple-system"/>
              </a:rPr>
              <a:t>ntuitively tell about evenness (Probably more intuitively than from the SAD graphs). It is not hard to tell that since the line connecting the dots is nearly straight in the case of Blackford and Figgate, individuals are evenly distributed among species in these parks. However, the large drop between the first and the second dot in the graphs for Craigmillar and the Meadows show that these communities are uneven, and have one </a:t>
            </a:r>
            <a:r>
              <a:rPr lang="en-US" b="1" i="0">
                <a:solidFill>
                  <a:srgbClr val="24292E"/>
                </a:solidFill>
                <a:effectLst/>
                <a:latin typeface="-apple-system"/>
              </a:rPr>
              <a:t>highly dominant</a:t>
            </a:r>
            <a:r>
              <a:rPr lang="en-US" b="0" i="0">
                <a:solidFill>
                  <a:srgbClr val="24292E"/>
                </a:solidFill>
                <a:effectLst/>
                <a:latin typeface="-apple-system"/>
              </a:rPr>
              <a:t> speci</a:t>
            </a:r>
            <a:r>
              <a:rPr lang="hu-HU" b="0" i="0">
                <a:solidFill>
                  <a:srgbClr val="24292E"/>
                </a:solidFill>
                <a:effectLst/>
                <a:latin typeface="-apple-system"/>
              </a:rPr>
              <a:t>es</a:t>
            </a:r>
          </a:p>
          <a:p>
            <a:endParaRPr lang="hu-HU" b="0" i="0">
              <a:solidFill>
                <a:srgbClr val="24292E"/>
              </a:solidFill>
              <a:effectLst/>
              <a:latin typeface="-apple-system"/>
            </a:endParaRPr>
          </a:p>
          <a:p>
            <a:r>
              <a:rPr lang="en-US" b="0" i="0">
                <a:solidFill>
                  <a:srgbClr val="24292E"/>
                </a:solidFill>
                <a:effectLst/>
                <a:latin typeface="-apple-system"/>
              </a:rPr>
              <a:t>hey visualise evenness and commonness/rarity. Species are assigned a </a:t>
            </a:r>
            <a:r>
              <a:rPr lang="en-US" b="1" i="0">
                <a:solidFill>
                  <a:srgbClr val="24292E"/>
                </a:solidFill>
                <a:effectLst/>
                <a:latin typeface="-apple-system"/>
              </a:rPr>
              <a:t>rank</a:t>
            </a:r>
            <a:r>
              <a:rPr lang="en-US" b="0" i="0">
                <a:solidFill>
                  <a:srgbClr val="24292E"/>
                </a:solidFill>
                <a:effectLst/>
                <a:latin typeface="-apple-system"/>
              </a:rPr>
              <a:t> based on abundance, with most abundant ranked 1 and least abundant S (where S is the number of species in the community). Like our diversity indices, rank-abundance requires a knowledge of the </a:t>
            </a:r>
            <a:r>
              <a:rPr lang="en-US" b="1" i="0">
                <a:solidFill>
                  <a:srgbClr val="24292E"/>
                </a:solidFill>
                <a:effectLst/>
                <a:latin typeface="-apple-system"/>
              </a:rPr>
              <a:t>relative abundance</a:t>
            </a:r>
            <a:r>
              <a:rPr lang="en-US" b="0" i="0">
                <a:solidFill>
                  <a:srgbClr val="24292E"/>
                </a:solidFill>
                <a:effectLst/>
                <a:latin typeface="-apple-system"/>
              </a:rPr>
              <a:t> of each species. We then plot relative abundance against rank to visualise the community. </a:t>
            </a:r>
            <a:endParaRPr lang="hu-HU" b="0" i="0">
              <a:solidFill>
                <a:srgbClr val="24292E"/>
              </a:solidFill>
              <a:effectLst/>
              <a:latin typeface="-apple-system"/>
            </a:endParaRPr>
          </a:p>
          <a:p>
            <a:endParaRPr lang="hu-HU" b="0" i="0">
              <a:solidFill>
                <a:srgbClr val="24292E"/>
              </a:solidFill>
              <a:effectLst/>
              <a:latin typeface="-apple-system"/>
            </a:endParaRPr>
          </a:p>
          <a:p>
            <a:r>
              <a:rPr lang="en-US" b="1"/>
              <a:t>Sites with fewer species often have artificially high J′J'J′ scores</a:t>
            </a:r>
            <a:r>
              <a:rPr lang="en-US"/>
              <a:t>, even if the dominance structure is similar to richer sites.</a:t>
            </a:r>
            <a:endParaRPr lang="hu-HU"/>
          </a:p>
        </p:txBody>
      </p:sp>
      <p:sp>
        <p:nvSpPr>
          <p:cNvPr id="4" name="Slide Number Placeholder 3"/>
          <p:cNvSpPr>
            <a:spLocks noGrp="1"/>
          </p:cNvSpPr>
          <p:nvPr>
            <p:ph type="sldNum" sz="quarter" idx="5"/>
          </p:nvPr>
        </p:nvSpPr>
        <p:spPr/>
        <p:txBody>
          <a:bodyPr/>
          <a:lstStyle/>
          <a:p>
            <a:fld id="{370EECA8-EA64-4BA8-94E5-EDBD96A86760}" type="slidenum">
              <a:rPr lang="hu-HU" smtClean="0"/>
              <a:t>6</a:t>
            </a:fld>
            <a:endParaRPr lang="hu-HU"/>
          </a:p>
        </p:txBody>
      </p:sp>
    </p:spTree>
    <p:extLst>
      <p:ext uri="{BB962C8B-B14F-4D97-AF65-F5344CB8AC3E}">
        <p14:creationId xmlns:p14="http://schemas.microsoft.com/office/powerpoint/2010/main" val="1646824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4/2/2025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75982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4/2/2025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34615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4/2/2025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9132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4/2/2025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68670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4/2/2025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17236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4/2/2025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2475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4/2/2025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7097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4/2/2025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7231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4/2/2025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9225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4/2/2025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10309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4/2/2025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2426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4/2/2025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732747"/>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826B637A-1520-40CA-6977-58CD5CE44D20}"/>
              </a:ext>
            </a:extLst>
          </p:cNvPr>
          <p:cNvSpPr>
            <a:spLocks noGrp="1"/>
          </p:cNvSpPr>
          <p:nvPr>
            <p:ph type="ctrTitle"/>
          </p:nvPr>
        </p:nvSpPr>
        <p:spPr>
          <a:xfrm>
            <a:off x="514117" y="952500"/>
            <a:ext cx="4124557" cy="3524250"/>
          </a:xfrm>
        </p:spPr>
        <p:txBody>
          <a:bodyPr>
            <a:normAutofit/>
          </a:bodyPr>
          <a:lstStyle/>
          <a:p>
            <a:pPr>
              <a:lnSpc>
                <a:spcPct val="90000"/>
              </a:lnSpc>
            </a:pPr>
            <a:r>
              <a:rPr lang="hu-HU" sz="4900"/>
              <a:t>Summarising the butterfly commuity of dry meadows</a:t>
            </a:r>
          </a:p>
        </p:txBody>
      </p:sp>
      <p:sp>
        <p:nvSpPr>
          <p:cNvPr id="3" name="Subtitle 2">
            <a:extLst>
              <a:ext uri="{FF2B5EF4-FFF2-40B4-BE49-F238E27FC236}">
                <a16:creationId xmlns:a16="http://schemas.microsoft.com/office/drawing/2014/main" id="{288ABF4B-0E43-3652-37D5-79A445522DDA}"/>
              </a:ext>
            </a:extLst>
          </p:cNvPr>
          <p:cNvSpPr>
            <a:spLocks noGrp="1"/>
          </p:cNvSpPr>
          <p:nvPr>
            <p:ph type="subTitle" idx="1"/>
          </p:nvPr>
        </p:nvSpPr>
        <p:spPr>
          <a:xfrm>
            <a:off x="514118" y="5374291"/>
            <a:ext cx="4057882" cy="972532"/>
          </a:xfrm>
        </p:spPr>
        <p:txBody>
          <a:bodyPr anchor="t">
            <a:normAutofit/>
          </a:bodyPr>
          <a:lstStyle/>
          <a:p>
            <a:pPr>
              <a:lnSpc>
                <a:spcPct val="120000"/>
              </a:lnSpc>
            </a:pPr>
            <a:r>
              <a:rPr lang="hu-HU" sz="1500"/>
              <a:t>Species richness, Shannon’s diversity and Pielou’s evenness</a:t>
            </a:r>
          </a:p>
        </p:txBody>
      </p:sp>
      <p:cxnSp>
        <p:nvCxnSpPr>
          <p:cNvPr id="11" name="Straight Connector 10">
            <a:extLst>
              <a:ext uri="{FF2B5EF4-FFF2-40B4-BE49-F238E27FC236}">
                <a16:creationId xmlns:a16="http://schemas.microsoft.com/office/drawing/2014/main" id="{A2D508B3-A66C-833E-D929-8DC21163567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2088" y="4882722"/>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descr="Butterfly on a flower">
            <a:extLst>
              <a:ext uri="{FF2B5EF4-FFF2-40B4-BE49-F238E27FC236}">
                <a16:creationId xmlns:a16="http://schemas.microsoft.com/office/drawing/2014/main" id="{5B102F81-D6AF-7083-C639-FCB47A387014}"/>
              </a:ext>
            </a:extLst>
          </p:cNvPr>
          <p:cNvPicPr>
            <a:picLocks noChangeAspect="1"/>
          </p:cNvPicPr>
          <p:nvPr/>
        </p:nvPicPr>
        <p:blipFill>
          <a:blip r:embed="rId2"/>
          <a:srcRect l="32549" r="-1" b="-1"/>
          <a:stretch/>
        </p:blipFill>
        <p:spPr>
          <a:xfrm>
            <a:off x="5261956" y="10"/>
            <a:ext cx="6930043" cy="6857990"/>
          </a:xfrm>
          <a:prstGeom prst="rect">
            <a:avLst/>
          </a:prstGeom>
        </p:spPr>
      </p:pic>
    </p:spTree>
    <p:extLst>
      <p:ext uri="{BB962C8B-B14F-4D97-AF65-F5344CB8AC3E}">
        <p14:creationId xmlns:p14="http://schemas.microsoft.com/office/powerpoint/2010/main" val="341101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5620BE13-214F-C961-6580-822C5E88346E}"/>
              </a:ext>
            </a:extLst>
          </p:cNvPr>
          <p:cNvSpPr>
            <a:spLocks noGrp="1"/>
          </p:cNvSpPr>
          <p:nvPr>
            <p:ph type="title"/>
          </p:nvPr>
        </p:nvSpPr>
        <p:spPr>
          <a:xfrm>
            <a:off x="593012" y="247752"/>
            <a:ext cx="4070143" cy="742122"/>
          </a:xfrm>
        </p:spPr>
        <p:txBody>
          <a:bodyPr>
            <a:normAutofit/>
          </a:bodyPr>
          <a:lstStyle/>
          <a:p>
            <a:r>
              <a:rPr lang="hu-HU"/>
              <a:t>Species richness</a:t>
            </a:r>
          </a:p>
        </p:txBody>
      </p:sp>
      <p:pic>
        <p:nvPicPr>
          <p:cNvPr id="5" name="Content Placeholder 4" descr="A graph of different colored bars&#10;&#10;AI-generated content may be incorrect.">
            <a:extLst>
              <a:ext uri="{FF2B5EF4-FFF2-40B4-BE49-F238E27FC236}">
                <a16:creationId xmlns:a16="http://schemas.microsoft.com/office/drawing/2014/main" id="{AF6ECFD1-02D0-91DF-96DC-E85B6889461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4133" y="1037994"/>
            <a:ext cx="7229406" cy="5422054"/>
          </a:xfrm>
        </p:spPr>
      </p:pic>
      <p:sp>
        <p:nvSpPr>
          <p:cNvPr id="6" name="TextBox 5">
            <a:extLst>
              <a:ext uri="{FF2B5EF4-FFF2-40B4-BE49-F238E27FC236}">
                <a16:creationId xmlns:a16="http://schemas.microsoft.com/office/drawing/2014/main" id="{D68899EB-17B4-4D29-2A2E-1D6435E86901}"/>
              </a:ext>
            </a:extLst>
          </p:cNvPr>
          <p:cNvSpPr txBox="1"/>
          <p:nvPr/>
        </p:nvSpPr>
        <p:spPr>
          <a:xfrm>
            <a:off x="7711703" y="3039325"/>
            <a:ext cx="4070143" cy="3693319"/>
          </a:xfrm>
          <a:prstGeom prst="rect">
            <a:avLst/>
          </a:prstGeom>
          <a:noFill/>
        </p:spPr>
        <p:txBody>
          <a:bodyPr wrap="square" rtlCol="0">
            <a:spAutoFit/>
          </a:bodyPr>
          <a:lstStyle/>
          <a:p>
            <a:pPr marL="285750" indent="-285750">
              <a:buFontTx/>
              <a:buChar char="-"/>
            </a:pPr>
            <a:endParaRPr lang="hu-HU" sz="2200"/>
          </a:p>
          <a:p>
            <a:pPr marL="742950" lvl="1" indent="-285750">
              <a:buFont typeface="Arial" panose="020B0604020202020204" pitchFamily="34" charset="0"/>
              <a:buChar char="•"/>
            </a:pPr>
            <a:endParaRPr lang="hu-HU" sz="2200"/>
          </a:p>
          <a:p>
            <a:pPr marL="285750" indent="-285750">
              <a:buFont typeface="Arial" panose="020B0604020202020204" pitchFamily="34" charset="0"/>
              <a:buChar char="•"/>
            </a:pPr>
            <a:r>
              <a:rPr lang="hu-HU" sz="2200"/>
              <a:t>Disadvantages:</a:t>
            </a:r>
          </a:p>
          <a:p>
            <a:pPr marL="742950" lvl="1" indent="-285750">
              <a:buFont typeface="Courier New" panose="02070309020205020404" pitchFamily="49" charset="0"/>
              <a:buChar char="o"/>
            </a:pPr>
            <a:r>
              <a:rPr lang="hu-HU" sz="2200"/>
              <a:t>Ignores abundance, dominance and rarity</a:t>
            </a:r>
          </a:p>
          <a:p>
            <a:pPr marL="742950" lvl="1" indent="-285750">
              <a:buFont typeface="Courier New" panose="02070309020205020404" pitchFamily="49" charset="0"/>
              <a:buChar char="o"/>
            </a:pPr>
            <a:r>
              <a:rPr lang="hu-HU" sz="2200"/>
              <a:t>Doesn’t describe community assembly</a:t>
            </a:r>
          </a:p>
          <a:p>
            <a:pPr marL="742950" lvl="1" indent="-285750">
              <a:buFont typeface="Courier New" panose="02070309020205020404" pitchFamily="49" charset="0"/>
              <a:buChar char="o"/>
            </a:pPr>
            <a:r>
              <a:rPr lang="hu-HU" sz="2200"/>
              <a:t>Sensitive to sampling effort and area</a:t>
            </a:r>
          </a:p>
          <a:p>
            <a:pPr marL="742950" lvl="1" indent="-285750">
              <a:buFont typeface="Arial" panose="020B0604020202020204" pitchFamily="34" charset="0"/>
              <a:buChar char="•"/>
            </a:pPr>
            <a:endParaRPr lang="hu-HU"/>
          </a:p>
          <a:p>
            <a:pPr lvl="1"/>
            <a:endParaRPr lang="hu-HU"/>
          </a:p>
        </p:txBody>
      </p:sp>
      <p:sp>
        <p:nvSpPr>
          <p:cNvPr id="7" name="TextBox 6">
            <a:extLst>
              <a:ext uri="{FF2B5EF4-FFF2-40B4-BE49-F238E27FC236}">
                <a16:creationId xmlns:a16="http://schemas.microsoft.com/office/drawing/2014/main" id="{7D0659F2-68D7-8099-FFFF-5F0B114B1BFE}"/>
              </a:ext>
            </a:extLst>
          </p:cNvPr>
          <p:cNvSpPr txBox="1"/>
          <p:nvPr/>
        </p:nvSpPr>
        <p:spPr>
          <a:xfrm>
            <a:off x="7711704" y="712937"/>
            <a:ext cx="4239084" cy="1723549"/>
          </a:xfrm>
          <a:prstGeom prst="rect">
            <a:avLst/>
          </a:prstGeom>
          <a:noFill/>
        </p:spPr>
        <p:txBody>
          <a:bodyPr wrap="square" rtlCol="0">
            <a:spAutoFit/>
          </a:bodyPr>
          <a:lstStyle/>
          <a:p>
            <a:pPr marL="285750" indent="-285750">
              <a:buFont typeface="Arial" panose="020B0604020202020204" pitchFamily="34" charset="0"/>
              <a:buChar char="•"/>
            </a:pPr>
            <a:r>
              <a:rPr lang="hu-HU" sz="2200"/>
              <a:t>Number of species present at a site  </a:t>
            </a:r>
          </a:p>
          <a:p>
            <a:pPr marL="285750" indent="-285750">
              <a:buFont typeface="Arial" panose="020B0604020202020204" pitchFamily="34" charset="0"/>
              <a:buChar char="•"/>
            </a:pPr>
            <a:r>
              <a:rPr lang="hu-HU" sz="2200"/>
              <a:t>Range: 7 (La Conversion)</a:t>
            </a:r>
          </a:p>
          <a:p>
            <a:pPr marL="285750" indent="-285750">
              <a:buFontTx/>
              <a:buChar char="-"/>
            </a:pPr>
            <a:r>
              <a:rPr lang="hu-HU" sz="2200"/>
              <a:t>27 (Le Crotet)</a:t>
            </a:r>
          </a:p>
          <a:p>
            <a:endParaRPr lang="hu-HU"/>
          </a:p>
        </p:txBody>
      </p:sp>
      <p:sp>
        <p:nvSpPr>
          <p:cNvPr id="9" name="TextBox 8">
            <a:extLst>
              <a:ext uri="{FF2B5EF4-FFF2-40B4-BE49-F238E27FC236}">
                <a16:creationId xmlns:a16="http://schemas.microsoft.com/office/drawing/2014/main" id="{A310C20C-211A-FEA5-C076-408CAAEAB23B}"/>
              </a:ext>
            </a:extLst>
          </p:cNvPr>
          <p:cNvSpPr txBox="1"/>
          <p:nvPr/>
        </p:nvSpPr>
        <p:spPr>
          <a:xfrm>
            <a:off x="7796874" y="2364026"/>
            <a:ext cx="4068743" cy="1384995"/>
          </a:xfrm>
          <a:prstGeom prst="rect">
            <a:avLst/>
          </a:prstGeom>
          <a:noFill/>
        </p:spPr>
        <p:txBody>
          <a:bodyPr wrap="none" rtlCol="0">
            <a:spAutoFit/>
          </a:bodyPr>
          <a:lstStyle/>
          <a:p>
            <a:pPr marL="285750" indent="-285750">
              <a:buFont typeface="Arial" panose="020B0604020202020204" pitchFamily="34" charset="0"/>
              <a:buChar char="•"/>
            </a:pPr>
            <a:r>
              <a:rPr lang="hu-HU" sz="2200"/>
              <a:t>Advantages:</a:t>
            </a:r>
          </a:p>
          <a:p>
            <a:pPr marL="742950" lvl="1" indent="-285750">
              <a:buFont typeface="Courier New" panose="02070309020205020404" pitchFamily="49" charset="0"/>
              <a:buChar char="o"/>
            </a:pPr>
            <a:r>
              <a:rPr lang="hu-HU" sz="2200"/>
              <a:t>Intuitive, easy to interpret</a:t>
            </a:r>
          </a:p>
          <a:p>
            <a:pPr marL="742950" lvl="1" indent="-285750">
              <a:buFont typeface="Courier New" panose="02070309020205020404" pitchFamily="49" charset="0"/>
              <a:buChar char="o"/>
            </a:pPr>
            <a:r>
              <a:rPr lang="hu-HU" sz="2200"/>
              <a:t>Only need P/A data</a:t>
            </a:r>
          </a:p>
          <a:p>
            <a:endParaRPr lang="hu-HU"/>
          </a:p>
        </p:txBody>
      </p:sp>
    </p:spTree>
    <p:extLst>
      <p:ext uri="{BB962C8B-B14F-4D97-AF65-F5344CB8AC3E}">
        <p14:creationId xmlns:p14="http://schemas.microsoft.com/office/powerpoint/2010/main" val="2838802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A49F2963-39CD-2424-27B1-6D20F8479676}"/>
              </a:ext>
            </a:extLst>
          </p:cNvPr>
          <p:cNvSpPr>
            <a:spLocks noGrp="1"/>
          </p:cNvSpPr>
          <p:nvPr>
            <p:ph type="title"/>
          </p:nvPr>
        </p:nvSpPr>
        <p:spPr>
          <a:xfrm>
            <a:off x="429873" y="388883"/>
            <a:ext cx="5317784" cy="1839433"/>
          </a:xfrm>
        </p:spPr>
        <p:txBody>
          <a:bodyPr>
            <a:normAutofit/>
          </a:bodyPr>
          <a:lstStyle/>
          <a:p>
            <a:r>
              <a:rPr lang="hu-HU" sz="3600"/>
              <a:t>Shannon’s diversity (H')</a:t>
            </a:r>
          </a:p>
        </p:txBody>
      </p:sp>
      <p:pic>
        <p:nvPicPr>
          <p:cNvPr id="5" name="Content Placeholder 4" descr="A graph of different colored bars&#10;&#10;AI-generated content may be incorrect.">
            <a:extLst>
              <a:ext uri="{FF2B5EF4-FFF2-40B4-BE49-F238E27FC236}">
                <a16:creationId xmlns:a16="http://schemas.microsoft.com/office/drawing/2014/main" id="{3A188194-6CFE-CE8C-8066-2554BEFBCC0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1558" y="1539934"/>
            <a:ext cx="6740619" cy="5055464"/>
          </a:xfrm>
        </p:spPr>
      </p:pic>
      <p:pic>
        <p:nvPicPr>
          <p:cNvPr id="10" name="Picture 9">
            <a:extLst>
              <a:ext uri="{FF2B5EF4-FFF2-40B4-BE49-F238E27FC236}">
                <a16:creationId xmlns:a16="http://schemas.microsoft.com/office/drawing/2014/main" id="{8AF3330B-9A01-4F1D-D9AE-48CC2866B4FD}"/>
              </a:ext>
            </a:extLst>
          </p:cNvPr>
          <p:cNvPicPr>
            <a:picLocks noChangeAspect="1"/>
          </p:cNvPicPr>
          <p:nvPr/>
        </p:nvPicPr>
        <p:blipFill>
          <a:blip r:embed="rId4"/>
          <a:stretch>
            <a:fillRect/>
          </a:stretch>
        </p:blipFill>
        <p:spPr>
          <a:xfrm>
            <a:off x="9399597" y="1464458"/>
            <a:ext cx="2362530" cy="1000265"/>
          </a:xfrm>
          <a:prstGeom prst="rect">
            <a:avLst/>
          </a:prstGeom>
        </p:spPr>
      </p:pic>
      <p:sp>
        <p:nvSpPr>
          <p:cNvPr id="11" name="TextBox 10">
            <a:extLst>
              <a:ext uri="{FF2B5EF4-FFF2-40B4-BE49-F238E27FC236}">
                <a16:creationId xmlns:a16="http://schemas.microsoft.com/office/drawing/2014/main" id="{A4416487-D624-1718-51FB-8A905887241B}"/>
              </a:ext>
            </a:extLst>
          </p:cNvPr>
          <p:cNvSpPr txBox="1"/>
          <p:nvPr/>
        </p:nvSpPr>
        <p:spPr>
          <a:xfrm>
            <a:off x="7230865" y="2546787"/>
            <a:ext cx="4547154" cy="2308324"/>
          </a:xfrm>
          <a:prstGeom prst="rect">
            <a:avLst/>
          </a:prstGeom>
          <a:noFill/>
        </p:spPr>
        <p:txBody>
          <a:bodyPr wrap="square" rtlCol="0">
            <a:spAutoFit/>
          </a:bodyPr>
          <a:lstStyle/>
          <a:p>
            <a:pPr marL="285750" indent="-285750">
              <a:buFont typeface="Arial" panose="020B0604020202020204" pitchFamily="34" charset="0"/>
              <a:buChar char="•"/>
            </a:pPr>
            <a:r>
              <a:rPr lang="hu-HU"/>
              <a:t>Advantages:</a:t>
            </a:r>
          </a:p>
          <a:p>
            <a:pPr marL="742950" lvl="1" indent="-285750">
              <a:buFont typeface="Courier New" panose="02070309020205020404" pitchFamily="49" charset="0"/>
              <a:buChar char="o"/>
              <a:defRPr/>
            </a:pPr>
            <a:r>
              <a:rPr kumimoji="0" lang="hu-HU" b="0" i="0" u="none" strike="noStrike" kern="1200" cap="none" spc="0" normalizeH="0" baseline="0" noProof="0">
                <a:ln>
                  <a:noFill/>
                </a:ln>
                <a:solidFill>
                  <a:prstClr val="black"/>
                </a:solidFill>
                <a:effectLst/>
                <a:uLnTx/>
                <a:uFillTx/>
                <a:latin typeface="Grandview Display"/>
                <a:ea typeface="+mn-ea"/>
                <a:cs typeface="+mn-cs"/>
              </a:rPr>
              <a:t>Incorporates richness, evenness, dominance</a:t>
            </a:r>
            <a:endParaRPr kumimoji="0" lang="hu-HU" b="0" i="0" u="none" strike="noStrike" kern="1200" cap="none" spc="0" normalizeH="0" baseline="0" noProof="0">
              <a:ln>
                <a:noFill/>
              </a:ln>
              <a:solidFill>
                <a:srgbClr val="24292E"/>
              </a:solidFill>
              <a:effectLst/>
              <a:uLnTx/>
              <a:uFillTx/>
              <a:latin typeface="Grandview Display"/>
              <a:ea typeface="+mn-ea"/>
              <a:cs typeface="+mn-cs"/>
            </a:endParaRPr>
          </a:p>
          <a:p>
            <a:pPr marL="742950" lvl="1" indent="-285750">
              <a:buFont typeface="Courier New" panose="02070309020205020404" pitchFamily="49" charset="0"/>
              <a:buChar char="o"/>
            </a:pPr>
            <a:r>
              <a:rPr lang="hu-HU"/>
              <a:t>Less sensitive to sampling effort than richness</a:t>
            </a:r>
          </a:p>
          <a:p>
            <a:pPr marL="742950" lvl="1" indent="-285750">
              <a:buFont typeface="Courier New" panose="02070309020205020404" pitchFamily="49" charset="0"/>
              <a:buChar char="o"/>
            </a:pPr>
            <a:r>
              <a:rPr lang="hu-HU"/>
              <a:t>More ecologically meaningful</a:t>
            </a:r>
          </a:p>
          <a:p>
            <a:pPr lvl="1"/>
            <a:endParaRPr lang="hu-HU"/>
          </a:p>
          <a:p>
            <a:pPr marL="285750" indent="-285750">
              <a:buFont typeface="Arial" panose="020B0604020202020204" pitchFamily="34" charset="0"/>
              <a:buChar char="•"/>
            </a:pPr>
            <a:endParaRPr lang="hu-HU"/>
          </a:p>
        </p:txBody>
      </p:sp>
      <p:sp>
        <p:nvSpPr>
          <p:cNvPr id="16" name="TextBox 15">
            <a:extLst>
              <a:ext uri="{FF2B5EF4-FFF2-40B4-BE49-F238E27FC236}">
                <a16:creationId xmlns:a16="http://schemas.microsoft.com/office/drawing/2014/main" id="{E72EB17C-003E-CD20-47F7-86B0CD50B0A0}"/>
              </a:ext>
            </a:extLst>
          </p:cNvPr>
          <p:cNvSpPr txBox="1"/>
          <p:nvPr/>
        </p:nvSpPr>
        <p:spPr>
          <a:xfrm>
            <a:off x="6593416" y="382131"/>
            <a:ext cx="5432278"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a:t> Based on </a:t>
            </a:r>
            <a:r>
              <a:rPr lang="en-US" b="1"/>
              <a:t>species richness</a:t>
            </a:r>
            <a:r>
              <a:rPr lang="en-US"/>
              <a:t> </a:t>
            </a:r>
            <a:r>
              <a:rPr lang="hu-HU"/>
              <a:t>&amp; </a:t>
            </a:r>
            <a:r>
              <a:rPr lang="en-US"/>
              <a:t> </a:t>
            </a:r>
            <a:r>
              <a:rPr lang="en-US" b="1"/>
              <a:t>species evenness</a:t>
            </a:r>
            <a:r>
              <a:rPr lang="en-US"/>
              <a:t> (relative abundance</a:t>
            </a:r>
            <a:r>
              <a:rPr lang="hu-HU"/>
              <a:t>s</a:t>
            </a:r>
            <a:r>
              <a:rPr lang="en-US"/>
              <a:t>). </a:t>
            </a:r>
            <a:endParaRPr lang="hu-HU"/>
          </a:p>
          <a:p>
            <a:pPr marL="0" marR="0" lvl="0" indent="0" algn="l" defTabSz="914400" rtl="0" eaLnBrk="1" fontAlgn="auto" latinLnBrk="0" hangingPunct="1">
              <a:lnSpc>
                <a:spcPct val="100000"/>
              </a:lnSpc>
              <a:spcBef>
                <a:spcPts val="0"/>
              </a:spcBef>
              <a:spcAft>
                <a:spcPts val="0"/>
              </a:spcAft>
              <a:buClrTx/>
              <a:buSzTx/>
              <a:buFontTx/>
              <a:buNone/>
              <a:tabLst/>
              <a:defRPr/>
            </a:pPr>
            <a:r>
              <a:rPr lang="en-US" b="1"/>
              <a:t>Higher</a:t>
            </a:r>
            <a:r>
              <a:rPr lang="en-US"/>
              <a:t> when there are more species and when species are more evenly distributed</a:t>
            </a:r>
            <a:endParaRPr lang="hu-HU"/>
          </a:p>
        </p:txBody>
      </p:sp>
      <p:sp>
        <p:nvSpPr>
          <p:cNvPr id="19" name="TextBox 18">
            <a:extLst>
              <a:ext uri="{FF2B5EF4-FFF2-40B4-BE49-F238E27FC236}">
                <a16:creationId xmlns:a16="http://schemas.microsoft.com/office/drawing/2014/main" id="{476F8AB3-B953-AB76-1E88-5D63EBE33686}"/>
              </a:ext>
            </a:extLst>
          </p:cNvPr>
          <p:cNvSpPr txBox="1"/>
          <p:nvPr/>
        </p:nvSpPr>
        <p:spPr>
          <a:xfrm>
            <a:off x="7163735" y="4540564"/>
            <a:ext cx="4805346" cy="2031325"/>
          </a:xfrm>
          <a:prstGeom prst="rect">
            <a:avLst/>
          </a:prstGeom>
          <a:noFill/>
        </p:spPr>
        <p:txBody>
          <a:bodyPr wrap="square" rtlCol="0">
            <a:spAutoFit/>
          </a:bodyPr>
          <a:lstStyle/>
          <a:p>
            <a:pPr marL="285750" indent="-285750">
              <a:buFont typeface="Arial" panose="020B0604020202020204" pitchFamily="34" charset="0"/>
              <a:buChar char="•"/>
            </a:pPr>
            <a:r>
              <a:rPr lang="hu-HU"/>
              <a:t>Disadvantages:</a:t>
            </a:r>
          </a:p>
          <a:p>
            <a:pPr marL="742950" lvl="1" indent="-285750">
              <a:buFont typeface="Courier New" panose="02070309020205020404" pitchFamily="49" charset="0"/>
              <a:buChar char="o"/>
            </a:pPr>
            <a:r>
              <a:rPr lang="hu-HU"/>
              <a:t>More difficult to interpret</a:t>
            </a:r>
          </a:p>
          <a:p>
            <a:pPr marL="742950" lvl="1" indent="-285750">
              <a:buFont typeface="Courier New" panose="02070309020205020404" pitchFamily="49" charset="0"/>
              <a:buChar char="o"/>
            </a:pPr>
            <a:r>
              <a:rPr lang="hu-HU"/>
              <a:t>Still ignores species identity</a:t>
            </a:r>
          </a:p>
          <a:p>
            <a:pPr marL="742950" lvl="1" indent="-285750">
              <a:buFont typeface="Courier New" panose="02070309020205020404" pitchFamily="49" charset="0"/>
              <a:buChar char="o"/>
            </a:pPr>
            <a:r>
              <a:rPr lang="hu-HU"/>
              <a:t>No universal threshold -&gt; hard to compare, max value depends on richness at site</a:t>
            </a:r>
          </a:p>
          <a:p>
            <a:endParaRPr lang="hu-HU"/>
          </a:p>
        </p:txBody>
      </p:sp>
    </p:spTree>
    <p:extLst>
      <p:ext uri="{BB962C8B-B14F-4D97-AF65-F5344CB8AC3E}">
        <p14:creationId xmlns:p14="http://schemas.microsoft.com/office/powerpoint/2010/main" val="1653115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6CF7A5E2-C167-94AA-A2BD-139A29F9E22E}"/>
              </a:ext>
            </a:extLst>
          </p:cNvPr>
          <p:cNvSpPr>
            <a:spLocks noGrp="1"/>
          </p:cNvSpPr>
          <p:nvPr>
            <p:ph type="title"/>
          </p:nvPr>
        </p:nvSpPr>
        <p:spPr>
          <a:xfrm>
            <a:off x="394577" y="212036"/>
            <a:ext cx="4621033" cy="798062"/>
          </a:xfrm>
        </p:spPr>
        <p:txBody>
          <a:bodyPr>
            <a:normAutofit fontScale="90000"/>
          </a:bodyPr>
          <a:lstStyle/>
          <a:p>
            <a:r>
              <a:rPr lang="hu-HU"/>
              <a:t>Pielou's evenness (</a:t>
            </a:r>
            <a:r>
              <a:rPr lang="hu-HU" b="1"/>
              <a:t>J'</a:t>
            </a:r>
            <a:r>
              <a:rPr lang="hu-HU"/>
              <a:t>)</a:t>
            </a:r>
          </a:p>
        </p:txBody>
      </p:sp>
      <p:pic>
        <p:nvPicPr>
          <p:cNvPr id="5" name="Content Placeholder 4" descr="A graph of different colored vertical lines&#10;&#10;AI-generated content may be incorrect.">
            <a:extLst>
              <a:ext uri="{FF2B5EF4-FFF2-40B4-BE49-F238E27FC236}">
                <a16:creationId xmlns:a16="http://schemas.microsoft.com/office/drawing/2014/main" id="{6BA77677-523B-89EA-D032-27F1F32ABED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46651" y="877577"/>
            <a:ext cx="7378149" cy="5533611"/>
          </a:xfrm>
        </p:spPr>
      </p:pic>
      <p:pic>
        <p:nvPicPr>
          <p:cNvPr id="7" name="Picture 6">
            <a:extLst>
              <a:ext uri="{FF2B5EF4-FFF2-40B4-BE49-F238E27FC236}">
                <a16:creationId xmlns:a16="http://schemas.microsoft.com/office/drawing/2014/main" id="{675EF1D3-B850-CB5E-0B3B-0D1D3A1009FD}"/>
              </a:ext>
            </a:extLst>
          </p:cNvPr>
          <p:cNvPicPr>
            <a:picLocks noChangeAspect="1"/>
          </p:cNvPicPr>
          <p:nvPr/>
        </p:nvPicPr>
        <p:blipFill>
          <a:blip r:embed="rId4"/>
          <a:stretch>
            <a:fillRect/>
          </a:stretch>
        </p:blipFill>
        <p:spPr>
          <a:xfrm>
            <a:off x="9082164" y="1211231"/>
            <a:ext cx="1486107" cy="1047896"/>
          </a:xfrm>
          <a:prstGeom prst="rect">
            <a:avLst/>
          </a:prstGeom>
        </p:spPr>
      </p:pic>
      <p:sp>
        <p:nvSpPr>
          <p:cNvPr id="9" name="TextBox 8">
            <a:extLst>
              <a:ext uri="{FF2B5EF4-FFF2-40B4-BE49-F238E27FC236}">
                <a16:creationId xmlns:a16="http://schemas.microsoft.com/office/drawing/2014/main" id="{F8E34C89-EE4D-D6DC-CAA2-CC2DDE80F5DF}"/>
              </a:ext>
            </a:extLst>
          </p:cNvPr>
          <p:cNvSpPr txBox="1"/>
          <p:nvPr/>
        </p:nvSpPr>
        <p:spPr>
          <a:xfrm>
            <a:off x="8076874" y="611067"/>
            <a:ext cx="4782305" cy="1200329"/>
          </a:xfrm>
          <a:prstGeom prst="rect">
            <a:avLst/>
          </a:prstGeom>
          <a:noFill/>
        </p:spPr>
        <p:txBody>
          <a:bodyPr wrap="square" rtlCol="0">
            <a:spAutoFit/>
          </a:bodyPr>
          <a:lstStyle/>
          <a:p>
            <a:r>
              <a:rPr lang="hu-HU"/>
              <a:t>M</a:t>
            </a:r>
            <a:r>
              <a:rPr lang="en-US"/>
              <a:t>easures how </a:t>
            </a:r>
            <a:r>
              <a:rPr lang="en-US" b="1"/>
              <a:t>evenly individuals are distributed across species</a:t>
            </a:r>
            <a:endParaRPr lang="hu-HU" b="1"/>
          </a:p>
          <a:p>
            <a:endParaRPr lang="hu-HU" b="1"/>
          </a:p>
          <a:p>
            <a:endParaRPr lang="hu-HU"/>
          </a:p>
        </p:txBody>
      </p:sp>
      <p:sp>
        <p:nvSpPr>
          <p:cNvPr id="10" name="TextBox 9">
            <a:extLst>
              <a:ext uri="{FF2B5EF4-FFF2-40B4-BE49-F238E27FC236}">
                <a16:creationId xmlns:a16="http://schemas.microsoft.com/office/drawing/2014/main" id="{3162C5AF-F2A1-999F-23E9-8A84797E7A34}"/>
              </a:ext>
            </a:extLst>
          </p:cNvPr>
          <p:cNvSpPr txBox="1"/>
          <p:nvPr/>
        </p:nvSpPr>
        <p:spPr>
          <a:xfrm>
            <a:off x="8322365" y="2395959"/>
            <a:ext cx="3322984" cy="2862322"/>
          </a:xfrm>
          <a:prstGeom prst="rect">
            <a:avLst/>
          </a:prstGeom>
          <a:noFill/>
        </p:spPr>
        <p:txBody>
          <a:bodyPr wrap="square" rtlCol="0">
            <a:spAutoFit/>
          </a:bodyPr>
          <a:lstStyle/>
          <a:p>
            <a:r>
              <a:rPr lang="hu-HU"/>
              <a:t>Advantages:</a:t>
            </a:r>
          </a:p>
          <a:p>
            <a:pPr marL="285750" indent="-285750">
              <a:buFont typeface="Arial" panose="020B0604020202020204" pitchFamily="34" charset="0"/>
              <a:buChar char="•"/>
            </a:pPr>
            <a:r>
              <a:rPr lang="hu-HU"/>
              <a:t>Universal range: 0-1</a:t>
            </a:r>
          </a:p>
          <a:p>
            <a:pPr marL="285750" indent="-285750">
              <a:buFont typeface="Arial" panose="020B0604020202020204" pitchFamily="34" charset="0"/>
              <a:buChar char="•"/>
            </a:pPr>
            <a:r>
              <a:rPr lang="hu-HU"/>
              <a:t>Easy comparison</a:t>
            </a:r>
          </a:p>
          <a:p>
            <a:pPr marL="285750" indent="-285750">
              <a:buFont typeface="Arial" panose="020B0604020202020204" pitchFamily="34" charset="0"/>
              <a:buChar char="•"/>
            </a:pPr>
            <a:r>
              <a:rPr lang="hu-HU"/>
              <a:t>A clear indicator of one metric</a:t>
            </a:r>
          </a:p>
          <a:p>
            <a:pPr marL="285750" indent="-285750">
              <a:buFont typeface="Arial" panose="020B0604020202020204" pitchFamily="34" charset="0"/>
              <a:buChar char="•"/>
            </a:pPr>
            <a:endParaRPr lang="hu-HU"/>
          </a:p>
          <a:p>
            <a:r>
              <a:rPr lang="hu-HU"/>
              <a:t>Disadvantages</a:t>
            </a:r>
          </a:p>
          <a:p>
            <a:pPr marL="285750" indent="-285750">
              <a:buFont typeface="Arial" panose="020B0604020202020204" pitchFamily="34" charset="0"/>
              <a:buChar char="•"/>
            </a:pPr>
            <a:r>
              <a:rPr lang="hu-HU"/>
              <a:t>Ignores species identity</a:t>
            </a:r>
          </a:p>
          <a:p>
            <a:pPr marL="285750" indent="-285750">
              <a:buFont typeface="Arial" panose="020B0604020202020204" pitchFamily="34" charset="0"/>
              <a:buChar char="•"/>
            </a:pPr>
            <a:r>
              <a:rPr lang="hu-HU"/>
              <a:t>Sensitive to rare species</a:t>
            </a:r>
          </a:p>
          <a:p>
            <a:pPr marL="285750" indent="-285750">
              <a:buFont typeface="Arial" panose="020B0604020202020204" pitchFamily="34" charset="0"/>
              <a:buChar char="•"/>
            </a:pPr>
            <a:endParaRPr lang="hu-HU"/>
          </a:p>
        </p:txBody>
      </p:sp>
    </p:spTree>
    <p:extLst>
      <p:ext uri="{BB962C8B-B14F-4D97-AF65-F5344CB8AC3E}">
        <p14:creationId xmlns:p14="http://schemas.microsoft.com/office/powerpoint/2010/main" val="1430100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149F9F0F-FB8C-5565-247C-BDCC156B5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ABA4FDDF-F59C-428B-8603-3A86D7593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aph of different colored bars&#10;&#10;AI-generated content may be incorrect.">
            <a:extLst>
              <a:ext uri="{FF2B5EF4-FFF2-40B4-BE49-F238E27FC236}">
                <a16:creationId xmlns:a16="http://schemas.microsoft.com/office/drawing/2014/main" id="{E630B126-F051-0FD8-1EF7-4709C9A016B1}"/>
              </a:ext>
            </a:extLst>
          </p:cNvPr>
          <p:cNvPicPr>
            <a:picLocks noChangeAspect="1"/>
          </p:cNvPicPr>
          <p:nvPr/>
        </p:nvPicPr>
        <p:blipFill>
          <a:blip r:embed="rId3">
            <a:extLst>
              <a:ext uri="{28A0092B-C50C-407E-A947-70E740481C1C}">
                <a14:useLocalDpi xmlns:a14="http://schemas.microsoft.com/office/drawing/2010/main" val="0"/>
              </a:ext>
            </a:extLst>
          </a:blip>
          <a:srcRect b="22788"/>
          <a:stretch/>
        </p:blipFill>
        <p:spPr>
          <a:xfrm>
            <a:off x="6096000" y="3370462"/>
            <a:ext cx="5795371" cy="3356026"/>
          </a:xfrm>
          <a:prstGeom prst="rect">
            <a:avLst/>
          </a:prstGeom>
        </p:spPr>
      </p:pic>
      <p:pic>
        <p:nvPicPr>
          <p:cNvPr id="8" name="Content Placeholder 4" descr="A graph of different colored bars&#10;&#10;AI-generated content may be incorrect.">
            <a:extLst>
              <a:ext uri="{FF2B5EF4-FFF2-40B4-BE49-F238E27FC236}">
                <a16:creationId xmlns:a16="http://schemas.microsoft.com/office/drawing/2014/main" id="{D9A22E8C-D740-6816-C95B-0DFB063D65C0}"/>
              </a:ext>
            </a:extLst>
          </p:cNvPr>
          <p:cNvPicPr>
            <a:picLocks noChangeAspect="1"/>
          </p:cNvPicPr>
          <p:nvPr/>
        </p:nvPicPr>
        <p:blipFill>
          <a:blip r:embed="rId4">
            <a:extLst>
              <a:ext uri="{28A0092B-C50C-407E-A947-70E740481C1C}">
                <a14:useLocalDpi xmlns:a14="http://schemas.microsoft.com/office/drawing/2010/main" val="0"/>
              </a:ext>
            </a:extLst>
          </a:blip>
          <a:srcRect b="24556"/>
          <a:stretch/>
        </p:blipFill>
        <p:spPr>
          <a:xfrm>
            <a:off x="3286538" y="272831"/>
            <a:ext cx="5474469" cy="3097631"/>
          </a:xfrm>
          <a:prstGeom prst="rect">
            <a:avLst/>
          </a:prstGeom>
        </p:spPr>
      </p:pic>
      <p:pic>
        <p:nvPicPr>
          <p:cNvPr id="10" name="Content Placeholder 4" descr="A graph of different colored vertical lines&#10;&#10;AI-generated content may be incorrect.">
            <a:extLst>
              <a:ext uri="{FF2B5EF4-FFF2-40B4-BE49-F238E27FC236}">
                <a16:creationId xmlns:a16="http://schemas.microsoft.com/office/drawing/2014/main" id="{FEC51EF6-42AD-88DA-79C6-6605AC27D285}"/>
              </a:ext>
            </a:extLst>
          </p:cNvPr>
          <p:cNvPicPr>
            <a:picLocks noGrp="1" noChangeAspect="1"/>
          </p:cNvPicPr>
          <p:nvPr>
            <p:ph idx="1"/>
          </p:nvPr>
        </p:nvPicPr>
        <p:blipFill>
          <a:blip r:embed="rId5">
            <a:extLst>
              <a:ext uri="{28A0092B-C50C-407E-A947-70E740481C1C}">
                <a14:useLocalDpi xmlns:a14="http://schemas.microsoft.com/office/drawing/2010/main" val="0"/>
              </a:ext>
            </a:extLst>
          </a:blip>
          <a:srcRect b="22754"/>
          <a:stretch/>
        </p:blipFill>
        <p:spPr>
          <a:xfrm>
            <a:off x="386262" y="3526168"/>
            <a:ext cx="5637510" cy="3266076"/>
          </a:xfrm>
        </p:spPr>
      </p:pic>
    </p:spTree>
    <p:extLst>
      <p:ext uri="{BB962C8B-B14F-4D97-AF65-F5344CB8AC3E}">
        <p14:creationId xmlns:p14="http://schemas.microsoft.com/office/powerpoint/2010/main" val="2586055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llage of graphs&#10;&#10;AI-generated content may be incorrect.">
            <a:extLst>
              <a:ext uri="{FF2B5EF4-FFF2-40B4-BE49-F238E27FC236}">
                <a16:creationId xmlns:a16="http://schemas.microsoft.com/office/drawing/2014/main" id="{BCB099FB-75E0-3764-4C98-99F92AACAC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501" y="69695"/>
            <a:ext cx="10856998" cy="6788305"/>
          </a:xfrm>
          <a:prstGeom prst="rect">
            <a:avLst/>
          </a:prstGeom>
        </p:spPr>
      </p:pic>
    </p:spTree>
    <p:extLst>
      <p:ext uri="{BB962C8B-B14F-4D97-AF65-F5344CB8AC3E}">
        <p14:creationId xmlns:p14="http://schemas.microsoft.com/office/powerpoint/2010/main" val="4048058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EB70B-0EFC-D9AD-79B2-0A81C2E3FFEB}"/>
              </a:ext>
            </a:extLst>
          </p:cNvPr>
          <p:cNvSpPr>
            <a:spLocks noGrp="1"/>
          </p:cNvSpPr>
          <p:nvPr>
            <p:ph type="title"/>
          </p:nvPr>
        </p:nvSpPr>
        <p:spPr/>
        <p:txBody>
          <a:bodyPr/>
          <a:lstStyle/>
          <a:p>
            <a:endParaRPr lang="hu-HU"/>
          </a:p>
        </p:txBody>
      </p:sp>
      <p:sp>
        <p:nvSpPr>
          <p:cNvPr id="3" name="Content Placeholder 2">
            <a:extLst>
              <a:ext uri="{FF2B5EF4-FFF2-40B4-BE49-F238E27FC236}">
                <a16:creationId xmlns:a16="http://schemas.microsoft.com/office/drawing/2014/main" id="{0C875B0E-FF6C-7804-E439-141A9F1DA553}"/>
              </a:ext>
            </a:extLst>
          </p:cNvPr>
          <p:cNvSpPr>
            <a:spLocks noGrp="1"/>
          </p:cNvSpPr>
          <p:nvPr>
            <p:ph idx="1"/>
          </p:nvPr>
        </p:nvSpPr>
        <p:spPr/>
        <p:txBody>
          <a:bodyPr/>
          <a:lstStyle/>
          <a:p>
            <a:endParaRPr lang="hu-HU"/>
          </a:p>
        </p:txBody>
      </p:sp>
      <p:pic>
        <p:nvPicPr>
          <p:cNvPr id="5" name="Content Placeholder 4" descr="A screenshot of a graph&#10;&#10;AI-generated content may be incorrect.">
            <a:extLst>
              <a:ext uri="{FF2B5EF4-FFF2-40B4-BE49-F238E27FC236}">
                <a16:creationId xmlns:a16="http://schemas.microsoft.com/office/drawing/2014/main" id="{70B6194D-3F0D-53BC-0AA5-10A492B4D9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 y="-350946"/>
            <a:ext cx="9921904" cy="6883290"/>
          </a:xfrm>
          <a:prstGeom prst="rect">
            <a:avLst/>
          </a:prstGeom>
        </p:spPr>
      </p:pic>
    </p:spTree>
    <p:extLst>
      <p:ext uri="{BB962C8B-B14F-4D97-AF65-F5344CB8AC3E}">
        <p14:creationId xmlns:p14="http://schemas.microsoft.com/office/powerpoint/2010/main" val="1169633124"/>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524</TotalTime>
  <Words>808</Words>
  <Application>Microsoft Office PowerPoint</Application>
  <PresentationFormat>Widescreen</PresentationFormat>
  <Paragraphs>80</Paragraphs>
  <Slides>7</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-apple-system</vt:lpstr>
      <vt:lpstr>Aptos</vt:lpstr>
      <vt:lpstr>Arial</vt:lpstr>
      <vt:lpstr>Bierstadt</vt:lpstr>
      <vt:lpstr>Courier New</vt:lpstr>
      <vt:lpstr>Grandview Display</vt:lpstr>
      <vt:lpstr>DashVTI</vt:lpstr>
      <vt:lpstr>Summarising the butterfly commuity of dry meadows</vt:lpstr>
      <vt:lpstr>Species richness</vt:lpstr>
      <vt:lpstr>Shannon’s diversity (H')</vt:lpstr>
      <vt:lpstr>Pielou's evenness (J')</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Kinga Kaszap</dc:creator>
  <cp:lastModifiedBy>Kinga Kaszap</cp:lastModifiedBy>
  <cp:revision>2</cp:revision>
  <dcterms:created xsi:type="dcterms:W3CDTF">2025-04-01T07:09:47Z</dcterms:created>
  <dcterms:modified xsi:type="dcterms:W3CDTF">2025-04-02T08:29:48Z</dcterms:modified>
</cp:coreProperties>
</file>